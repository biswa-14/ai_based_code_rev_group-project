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3" r:id="rId5"/>
    <p:sldId id="264" r:id="rId6"/>
    <p:sldId id="259" r:id="rId7"/>
    <p:sldId id="267" r:id="rId8"/>
    <p:sldId id="269" r:id="rId9"/>
    <p:sldId id="270" r:id="rId10"/>
    <p:sldId id="260" r:id="rId11"/>
    <p:sldId id="271" r:id="rId12"/>
    <p:sldId id="272" r:id="rId13"/>
    <p:sldId id="261" r:id="rId14"/>
    <p:sldId id="274" r:id="rId15"/>
    <p:sldId id="275"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9A62"/>
    <a:srgbClr val="6CA644"/>
    <a:srgbClr val="FFB902"/>
    <a:srgbClr val="0C3A2D"/>
    <a:srgbClr val="6D9773"/>
    <a:srgbClr val="BB8A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D7D198-1CEF-4B91-AEDA-D5FD2CAE972E}" v="14" dt="2026-03-15T18:17:47.4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82" d="100"/>
          <a:sy n="82" d="100"/>
        </p:scale>
        <p:origin x="72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swaranjan Nayak" userId="f7c250d0c1f69436" providerId="LiveId" clId="{5702A87C-20E4-4E7B-A4EB-94F322AC57C5}"/>
    <pc:docChg chg="undo custSel modSld">
      <pc:chgData name="Biswaranjan Nayak" userId="f7c250d0c1f69436" providerId="LiveId" clId="{5702A87C-20E4-4E7B-A4EB-94F322AC57C5}" dt="2026-03-15T18:18:35.350" v="219" actId="1076"/>
      <pc:docMkLst>
        <pc:docMk/>
      </pc:docMkLst>
      <pc:sldChg chg="modSp mod">
        <pc:chgData name="Biswaranjan Nayak" userId="f7c250d0c1f69436" providerId="LiveId" clId="{5702A87C-20E4-4E7B-A4EB-94F322AC57C5}" dt="2026-03-15T18:18:05.405" v="214" actId="255"/>
        <pc:sldMkLst>
          <pc:docMk/>
          <pc:sldMk cId="18437936" sldId="260"/>
        </pc:sldMkLst>
        <pc:spChg chg="mod">
          <ac:chgData name="Biswaranjan Nayak" userId="f7c250d0c1f69436" providerId="LiveId" clId="{5702A87C-20E4-4E7B-A4EB-94F322AC57C5}" dt="2026-03-15T18:10:06.690" v="59" actId="1076"/>
          <ac:spMkLst>
            <pc:docMk/>
            <pc:sldMk cId="18437936" sldId="260"/>
            <ac:spMk id="4" creationId="{7192B2C9-2A19-6EE4-8031-8456A2948801}"/>
          </ac:spMkLst>
        </pc:spChg>
        <pc:spChg chg="mod">
          <ac:chgData name="Biswaranjan Nayak" userId="f7c250d0c1f69436" providerId="LiveId" clId="{5702A87C-20E4-4E7B-A4EB-94F322AC57C5}" dt="2026-03-15T18:17:47.401" v="211"/>
          <ac:spMkLst>
            <pc:docMk/>
            <pc:sldMk cId="18437936" sldId="260"/>
            <ac:spMk id="5" creationId="{5444A7C9-5295-CC89-76DA-63FE8D11296C}"/>
          </ac:spMkLst>
        </pc:spChg>
        <pc:spChg chg="mod">
          <ac:chgData name="Biswaranjan Nayak" userId="f7c250d0c1f69436" providerId="LiveId" clId="{5702A87C-20E4-4E7B-A4EB-94F322AC57C5}" dt="2026-03-15T18:18:05.405" v="214" actId="255"/>
          <ac:spMkLst>
            <pc:docMk/>
            <pc:sldMk cId="18437936" sldId="260"/>
            <ac:spMk id="8" creationId="{B61D4BE0-D79D-E987-D55D-0C8FC30CBB12}"/>
          </ac:spMkLst>
        </pc:spChg>
      </pc:sldChg>
      <pc:sldChg chg="modSp mod">
        <pc:chgData name="Biswaranjan Nayak" userId="f7c250d0c1f69436" providerId="LiveId" clId="{5702A87C-20E4-4E7B-A4EB-94F322AC57C5}" dt="2026-03-15T18:09:12.898" v="13" actId="20577"/>
        <pc:sldMkLst>
          <pc:docMk/>
          <pc:sldMk cId="2045839434" sldId="269"/>
        </pc:sldMkLst>
        <pc:spChg chg="mod">
          <ac:chgData name="Biswaranjan Nayak" userId="f7c250d0c1f69436" providerId="LiveId" clId="{5702A87C-20E4-4E7B-A4EB-94F322AC57C5}" dt="2026-03-15T18:09:12.898" v="13" actId="20577"/>
          <ac:spMkLst>
            <pc:docMk/>
            <pc:sldMk cId="2045839434" sldId="269"/>
            <ac:spMk id="4" creationId="{94A73B63-09E5-799D-DCE4-CD512B17B74B}"/>
          </ac:spMkLst>
        </pc:spChg>
      </pc:sldChg>
      <pc:sldChg chg="modSp mod">
        <pc:chgData name="Biswaranjan Nayak" userId="f7c250d0c1f69436" providerId="LiveId" clId="{5702A87C-20E4-4E7B-A4EB-94F322AC57C5}" dt="2026-03-15T18:18:18.017" v="216" actId="14100"/>
        <pc:sldMkLst>
          <pc:docMk/>
          <pc:sldMk cId="2342992557" sldId="271"/>
        </pc:sldMkLst>
        <pc:spChg chg="mod">
          <ac:chgData name="Biswaranjan Nayak" userId="f7c250d0c1f69436" providerId="LiveId" clId="{5702A87C-20E4-4E7B-A4EB-94F322AC57C5}" dt="2026-03-15T18:11:32.176" v="78" actId="1076"/>
          <ac:spMkLst>
            <pc:docMk/>
            <pc:sldMk cId="2342992557" sldId="271"/>
            <ac:spMk id="5" creationId="{CFE93939-7ABE-5411-FC45-68E8C3FBD489}"/>
          </ac:spMkLst>
        </pc:spChg>
        <pc:spChg chg="mod">
          <ac:chgData name="Biswaranjan Nayak" userId="f7c250d0c1f69436" providerId="LiveId" clId="{5702A87C-20E4-4E7B-A4EB-94F322AC57C5}" dt="2026-03-15T18:11:41.498" v="79" actId="14100"/>
          <ac:spMkLst>
            <pc:docMk/>
            <pc:sldMk cId="2342992557" sldId="271"/>
            <ac:spMk id="8" creationId="{8B32B458-3307-A440-01D5-BC5E4F6BB20E}"/>
          </ac:spMkLst>
        </pc:spChg>
        <pc:spChg chg="mod">
          <ac:chgData name="Biswaranjan Nayak" userId="f7c250d0c1f69436" providerId="LiveId" clId="{5702A87C-20E4-4E7B-A4EB-94F322AC57C5}" dt="2026-03-15T18:10:15.935" v="74" actId="20577"/>
          <ac:spMkLst>
            <pc:docMk/>
            <pc:sldMk cId="2342992557" sldId="271"/>
            <ac:spMk id="9" creationId="{E3C32C2C-77CE-38EE-1647-F3F25506F722}"/>
          </ac:spMkLst>
        </pc:spChg>
        <pc:spChg chg="mod">
          <ac:chgData name="Biswaranjan Nayak" userId="f7c250d0c1f69436" providerId="LiveId" clId="{5702A87C-20E4-4E7B-A4EB-94F322AC57C5}" dt="2026-03-15T18:17:20.095" v="210"/>
          <ac:spMkLst>
            <pc:docMk/>
            <pc:sldMk cId="2342992557" sldId="271"/>
            <ac:spMk id="17" creationId="{D104E6C7-28AE-E931-45BE-F49713E120DA}"/>
          </ac:spMkLst>
        </pc:spChg>
        <pc:spChg chg="mod">
          <ac:chgData name="Biswaranjan Nayak" userId="f7c250d0c1f69436" providerId="LiveId" clId="{5702A87C-20E4-4E7B-A4EB-94F322AC57C5}" dt="2026-03-15T18:18:18.017" v="216" actId="14100"/>
          <ac:spMkLst>
            <pc:docMk/>
            <pc:sldMk cId="2342992557" sldId="271"/>
            <ac:spMk id="18" creationId="{B11C42BE-AA26-6FE8-B81E-8437D0E80092}"/>
          </ac:spMkLst>
        </pc:spChg>
      </pc:sldChg>
      <pc:sldChg chg="addSp delSp modSp mod">
        <pc:chgData name="Biswaranjan Nayak" userId="f7c250d0c1f69436" providerId="LiveId" clId="{5702A87C-20E4-4E7B-A4EB-94F322AC57C5}" dt="2026-03-15T18:18:35.350" v="219" actId="1076"/>
        <pc:sldMkLst>
          <pc:docMk/>
          <pc:sldMk cId="1566157467" sldId="272"/>
        </pc:sldMkLst>
        <pc:spChg chg="add del">
          <ac:chgData name="Biswaranjan Nayak" userId="f7c250d0c1f69436" providerId="LiveId" clId="{5702A87C-20E4-4E7B-A4EB-94F322AC57C5}" dt="2026-03-15T18:13:00.463" v="93" actId="22"/>
          <ac:spMkLst>
            <pc:docMk/>
            <pc:sldMk cId="1566157467" sldId="272"/>
            <ac:spMk id="5" creationId="{1B50DFFF-FA0C-DA4F-65EF-13C61F0F15BD}"/>
          </ac:spMkLst>
        </pc:spChg>
        <pc:spChg chg="add mod">
          <ac:chgData name="Biswaranjan Nayak" userId="f7c250d0c1f69436" providerId="LiveId" clId="{5702A87C-20E4-4E7B-A4EB-94F322AC57C5}" dt="2026-03-15T18:13:30.675" v="113" actId="20577"/>
          <ac:spMkLst>
            <pc:docMk/>
            <pc:sldMk cId="1566157467" sldId="272"/>
            <ac:spMk id="7" creationId="{EAFFA743-98C2-F9F0-2506-397118CADCC1}"/>
          </ac:spMkLst>
        </pc:spChg>
        <pc:spChg chg="mod">
          <ac:chgData name="Biswaranjan Nayak" userId="f7c250d0c1f69436" providerId="LiveId" clId="{5702A87C-20E4-4E7B-A4EB-94F322AC57C5}" dt="2026-03-15T18:12:52.454" v="91" actId="14100"/>
          <ac:spMkLst>
            <pc:docMk/>
            <pc:sldMk cId="1566157467" sldId="272"/>
            <ac:spMk id="12" creationId="{21AEEDC6-68A5-8F8D-B93B-3BE94857242D}"/>
          </ac:spMkLst>
        </pc:spChg>
        <pc:spChg chg="mod">
          <ac:chgData name="Biswaranjan Nayak" userId="f7c250d0c1f69436" providerId="LiveId" clId="{5702A87C-20E4-4E7B-A4EB-94F322AC57C5}" dt="2026-03-15T18:12:38.821" v="88" actId="14100"/>
          <ac:spMkLst>
            <pc:docMk/>
            <pc:sldMk cId="1566157467" sldId="272"/>
            <ac:spMk id="13" creationId="{60725E83-4590-82EE-BBA1-5FAA1B5305FA}"/>
          </ac:spMkLst>
        </pc:spChg>
        <pc:spChg chg="mod">
          <ac:chgData name="Biswaranjan Nayak" userId="f7c250d0c1f69436" providerId="LiveId" clId="{5702A87C-20E4-4E7B-A4EB-94F322AC57C5}" dt="2026-03-15T18:17:20.095" v="210"/>
          <ac:spMkLst>
            <pc:docMk/>
            <pc:sldMk cId="1566157467" sldId="272"/>
            <ac:spMk id="21" creationId="{2A5F8CCB-08A7-2403-FA5B-EB8479094395}"/>
          </ac:spMkLst>
        </pc:spChg>
        <pc:spChg chg="mod">
          <ac:chgData name="Biswaranjan Nayak" userId="f7c250d0c1f69436" providerId="LiveId" clId="{5702A87C-20E4-4E7B-A4EB-94F322AC57C5}" dt="2026-03-15T18:18:35.350" v="219" actId="1076"/>
          <ac:spMkLst>
            <pc:docMk/>
            <pc:sldMk cId="1566157467" sldId="272"/>
            <ac:spMk id="22" creationId="{1A4E132F-2A05-FB0C-A6D9-AC8CA3C89EA8}"/>
          </ac:spMkLst>
        </pc:spChg>
      </pc:sldChg>
      <pc:sldChg chg="modSp mod">
        <pc:chgData name="Biswaranjan Nayak" userId="f7c250d0c1f69436" providerId="LiveId" clId="{5702A87C-20E4-4E7B-A4EB-94F322AC57C5}" dt="2026-03-15T18:16:18.238" v="209"/>
        <pc:sldMkLst>
          <pc:docMk/>
          <pc:sldMk cId="1582856169" sldId="275"/>
        </pc:sldMkLst>
        <pc:spChg chg="mod">
          <ac:chgData name="Biswaranjan Nayak" userId="f7c250d0c1f69436" providerId="LiveId" clId="{5702A87C-20E4-4E7B-A4EB-94F322AC57C5}" dt="2026-03-15T18:15:47.063" v="147" actId="1076"/>
          <ac:spMkLst>
            <pc:docMk/>
            <pc:sldMk cId="1582856169" sldId="275"/>
            <ac:spMk id="14" creationId="{308959B5-254A-3F14-41BF-CA46820F881A}"/>
          </ac:spMkLst>
        </pc:spChg>
        <pc:spChg chg="mod">
          <ac:chgData name="Biswaranjan Nayak" userId="f7c250d0c1f69436" providerId="LiveId" clId="{5702A87C-20E4-4E7B-A4EB-94F322AC57C5}" dt="2026-03-15T18:15:43.011" v="146" actId="1076"/>
          <ac:spMkLst>
            <pc:docMk/>
            <pc:sldMk cId="1582856169" sldId="275"/>
            <ac:spMk id="15" creationId="{18FB01FF-F0C9-E9E3-ACA4-E9B6D9CF8D5D}"/>
          </ac:spMkLst>
        </pc:spChg>
        <pc:spChg chg="mod">
          <ac:chgData name="Biswaranjan Nayak" userId="f7c250d0c1f69436" providerId="LiveId" clId="{5702A87C-20E4-4E7B-A4EB-94F322AC57C5}" dt="2026-03-15T18:16:18.238" v="209"/>
          <ac:spMkLst>
            <pc:docMk/>
            <pc:sldMk cId="1582856169" sldId="275"/>
            <ac:spMk id="16" creationId="{D81CEC9C-B89C-AD20-5927-3CD9B1F67AA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49C00-C783-2AEA-16BE-6D771E7FD5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968416-054E-E58F-B52F-F8AB2A91DC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23D9E4-D4C0-79C0-D915-982503C2EEB5}"/>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6206B0B2-9521-BFBE-0EBE-9F3EC10181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4FCBC7-2DFD-D857-A009-56AE96B40938}"/>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2670716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C3B4D-97D5-6716-4094-BCD2DEDEDA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C511DB-02FF-B2EB-D9CE-F2CBF87DE7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EC39D8-0DD7-F2AB-1C51-E9C1E76F18C4}"/>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F1FF44FA-D7ED-B3F8-130F-4D327351A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FC86E5-9139-145A-8187-D0AEBAC1DEBA}"/>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3775645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8BAAD-D38A-2983-4669-6E8FCF70B8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3CAC58-D17D-6B42-157F-027E39C630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D61705-5797-63F2-62A3-C040FB57C45A}"/>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E8D22364-91D3-B02B-B222-35EF18D1F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B2118C-0B32-FCB7-8DC8-D5E9F54E8D92}"/>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1700254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913A3-D034-AD7E-B504-E579CFAC40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C68908-AC27-8023-D439-A9BB219F55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4C2330-22E3-2BB8-D04E-6593017589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8523B1-CED3-3704-D5F2-5FD1ACFBBE6D}"/>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6" name="Footer Placeholder 5">
            <a:extLst>
              <a:ext uri="{FF2B5EF4-FFF2-40B4-BE49-F238E27FC236}">
                <a16:creationId xmlns:a16="http://schemas.microsoft.com/office/drawing/2014/main" id="{C2A5E5E4-C2DA-D9BE-E6CD-F56EC9E4C0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FF16D-C286-689F-CDDE-FFAE2B66990A}"/>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1829998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1A310-D63F-B66C-2AF9-C623AE487C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FC5772-8150-3E40-B65B-D8F7316361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0CC7E1-68AD-470C-DA0B-18455C15D3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C87A16-8021-7A38-CE95-2F96574C1A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FC11D8-E08B-6C67-BCEC-744E26B6FD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B90419-78DD-72E1-A925-0F90B17C3229}"/>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8" name="Footer Placeholder 7">
            <a:extLst>
              <a:ext uri="{FF2B5EF4-FFF2-40B4-BE49-F238E27FC236}">
                <a16:creationId xmlns:a16="http://schemas.microsoft.com/office/drawing/2014/main" id="{1ED9BA2A-38AA-F77D-69DF-A706F82B6C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22E42C-2BB0-C248-935C-7A4507E1233D}"/>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2202222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2287F-C281-0459-1E92-A52FE9A7C6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34DE2A-2354-F5D1-D01F-7FE5C12B400D}"/>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4" name="Footer Placeholder 3">
            <a:extLst>
              <a:ext uri="{FF2B5EF4-FFF2-40B4-BE49-F238E27FC236}">
                <a16:creationId xmlns:a16="http://schemas.microsoft.com/office/drawing/2014/main" id="{C306C4AB-D89D-C65A-8730-DCBF59C4A9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499DBA-20F9-47D8-F281-43527F24DF9B}"/>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9857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1C734-6487-F6B0-D16B-8EDA2BD725AD}"/>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3" name="Footer Placeholder 2">
            <a:extLst>
              <a:ext uri="{FF2B5EF4-FFF2-40B4-BE49-F238E27FC236}">
                <a16:creationId xmlns:a16="http://schemas.microsoft.com/office/drawing/2014/main" id="{4F15D3D9-9DC9-9D1E-86F2-CB95745913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88CEE3-4790-F453-ECAF-636387C1B3A8}"/>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1381206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7B199-F1BF-D46F-3143-2C9D22CFC9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16CE0C-990E-B3AD-16E9-B1FA362757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24D72D-0F3F-3B92-97D6-683370043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1E57B2-2EB5-F838-6180-8577FCB23DB3}"/>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6" name="Footer Placeholder 5">
            <a:extLst>
              <a:ext uri="{FF2B5EF4-FFF2-40B4-BE49-F238E27FC236}">
                <a16:creationId xmlns:a16="http://schemas.microsoft.com/office/drawing/2014/main" id="{201BB056-6F53-3642-83F7-01E66AD87C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DA9F2-F2B9-EDB3-AA00-0C42C2782092}"/>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807936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24708-0F6C-343C-9713-7A3903A693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268B58-B169-28BE-B880-A1BDC0B39F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1CA0F4-06A4-3D8E-917C-82A7F9FEA6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EB5D7-328E-6649-E2D9-AA857C2CC00C}"/>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6" name="Footer Placeholder 5">
            <a:extLst>
              <a:ext uri="{FF2B5EF4-FFF2-40B4-BE49-F238E27FC236}">
                <a16:creationId xmlns:a16="http://schemas.microsoft.com/office/drawing/2014/main" id="{6ECB3CF2-C55C-3129-CDB0-AA0624D406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6F5A2B-A9D2-768E-8BBC-90585810CA51}"/>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596030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B4A0D-33EF-2CD4-4E45-339650316A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B76682-FA07-89D5-426E-9F7397E9FD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82B559-0336-FED1-A79F-BE738B9F5832}"/>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90EE6826-AA6B-4585-67CD-CD8C074F5F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7F1D2-9EF9-B945-AD6C-409E5E5432ED}"/>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1900200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525D90-EBA0-B8DF-3929-A70C181811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A923FE-CB2D-847D-6190-3D6C05C863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5D2B1-A87F-F7C8-67A0-E506E093BA00}"/>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4C701046-D5F7-7A17-B534-32C1F3462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2D212-978B-E580-6452-F306F83837DB}"/>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2310763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71B867-E569-55F3-B339-B39D7E2D2F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BCC38A-1197-C45E-5558-61DE2CE30E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6AC3FE-77B1-AA43-A0CB-33C8D3DE89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6DEBD9EA-3860-198B-E19B-AAE0DFAD50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5929F1-4031-305F-DB40-FDF6C05E1B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8676CE-2E88-40B8-88C3-8D795DF7FB61}" type="slidenum">
              <a:rPr lang="en-US" smtClean="0"/>
              <a:t>‹#›</a:t>
            </a:fld>
            <a:endParaRPr lang="en-US"/>
          </a:p>
        </p:txBody>
      </p:sp>
    </p:spTree>
    <p:extLst>
      <p:ext uri="{BB962C8B-B14F-4D97-AF65-F5344CB8AC3E}">
        <p14:creationId xmlns:p14="http://schemas.microsoft.com/office/powerpoint/2010/main" val="1346807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2" Type="http://schemas.openxmlformats.org/officeDocument/2006/relationships/slide" Target="slide10.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2.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image" Target="../media/image6.svg"/><Relationship Id="rId18" Type="http://schemas.openxmlformats.org/officeDocument/2006/relationships/slide" Target="slide16.xml"/><Relationship Id="rId3" Type="http://schemas.openxmlformats.org/officeDocument/2006/relationships/slide" Target="slide4.xml"/><Relationship Id="rId7" Type="http://schemas.openxmlformats.org/officeDocument/2006/relationships/image" Target="../media/image2.svg"/><Relationship Id="rId12" Type="http://schemas.openxmlformats.org/officeDocument/2006/relationships/image" Target="../media/image5.png"/><Relationship Id="rId17" Type="http://schemas.openxmlformats.org/officeDocument/2006/relationships/slide" Target="slide1.xml"/><Relationship Id="rId2" Type="http://schemas.openxmlformats.org/officeDocument/2006/relationships/slide" Target="slide3.xml"/><Relationship Id="rId16"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slide" Target="slide6.xml"/><Relationship Id="rId5" Type="http://schemas.openxmlformats.org/officeDocument/2006/relationships/slide" Target="slide10.xml"/><Relationship Id="rId15" Type="http://schemas.openxmlformats.org/officeDocument/2006/relationships/image" Target="../media/image7.png"/><Relationship Id="rId10" Type="http://schemas.openxmlformats.org/officeDocument/2006/relationships/image" Target="../media/image4.svg"/><Relationship Id="rId19" Type="http://schemas.openxmlformats.org/officeDocument/2006/relationships/image" Target="../media/image9.png"/><Relationship Id="rId4" Type="http://schemas.openxmlformats.org/officeDocument/2006/relationships/slide" Target="slide5.xml"/><Relationship Id="rId9" Type="http://schemas.openxmlformats.org/officeDocument/2006/relationships/image" Target="../media/image3.png"/><Relationship Id="rId14" Type="http://schemas.openxmlformats.org/officeDocument/2006/relationships/slide" Target="slide2.xml"/></Relationships>
</file>

<file path=ppt/slides/_rels/slide3.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18" Type="http://schemas.openxmlformats.org/officeDocument/2006/relationships/slide" Target="slide5.xml"/><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4.xml"/><Relationship Id="rId2" Type="http://schemas.openxmlformats.org/officeDocument/2006/relationships/slide" Target="slide10.xml"/><Relationship Id="rId16"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4.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image" Target="../media/image4.svg"/><Relationship Id="rId18" Type="http://schemas.openxmlformats.org/officeDocument/2006/relationships/image" Target="../media/image7.png"/><Relationship Id="rId3" Type="http://schemas.openxmlformats.org/officeDocument/2006/relationships/image" Target="../media/image11.svg"/><Relationship Id="rId21" Type="http://schemas.openxmlformats.org/officeDocument/2006/relationships/slide" Target="slide16.xml"/><Relationship Id="rId7" Type="http://schemas.openxmlformats.org/officeDocument/2006/relationships/image" Target="../media/image15.svg"/><Relationship Id="rId12" Type="http://schemas.openxmlformats.org/officeDocument/2006/relationships/image" Target="../media/image3.png"/><Relationship Id="rId17" Type="http://schemas.openxmlformats.org/officeDocument/2006/relationships/slide" Target="slide2.xml"/><Relationship Id="rId2" Type="http://schemas.openxmlformats.org/officeDocument/2006/relationships/image" Target="../media/image10.png"/><Relationship Id="rId16" Type="http://schemas.openxmlformats.org/officeDocument/2006/relationships/image" Target="../media/image6.svg"/><Relationship Id="rId20"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slide" Target="slide13.xml"/><Relationship Id="rId24" Type="http://schemas.openxmlformats.org/officeDocument/2006/relationships/slide" Target="slide5.xml"/><Relationship Id="rId5" Type="http://schemas.openxmlformats.org/officeDocument/2006/relationships/image" Target="../media/image13.svg"/><Relationship Id="rId15" Type="http://schemas.openxmlformats.org/officeDocument/2006/relationships/image" Target="../media/image5.png"/><Relationship Id="rId23" Type="http://schemas.openxmlformats.org/officeDocument/2006/relationships/slide" Target="slide4.xml"/><Relationship Id="rId10" Type="http://schemas.openxmlformats.org/officeDocument/2006/relationships/image" Target="../media/image2.svg"/><Relationship Id="rId19" Type="http://schemas.openxmlformats.org/officeDocument/2006/relationships/image" Target="../media/image8.svg"/><Relationship Id="rId4" Type="http://schemas.openxmlformats.org/officeDocument/2006/relationships/image" Target="../media/image12.png"/><Relationship Id="rId9" Type="http://schemas.openxmlformats.org/officeDocument/2006/relationships/image" Target="../media/image1.png"/><Relationship Id="rId14" Type="http://schemas.openxmlformats.org/officeDocument/2006/relationships/slide" Target="slide6.xml"/><Relationship Id="rId22" Type="http://schemas.openxmlformats.org/officeDocument/2006/relationships/slide" Target="slide3.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2.xml"/><Relationship Id="rId18" Type="http://schemas.openxmlformats.org/officeDocument/2006/relationships/slide" Target="slide3.xml"/><Relationship Id="rId3" Type="http://schemas.openxmlformats.org/officeDocument/2006/relationships/image" Target="../media/image17.svg"/><Relationship Id="rId7" Type="http://schemas.openxmlformats.org/officeDocument/2006/relationships/slide" Target="slide13.xml"/><Relationship Id="rId12" Type="http://schemas.openxmlformats.org/officeDocument/2006/relationships/image" Target="../media/image6.svg"/><Relationship Id="rId17" Type="http://schemas.openxmlformats.org/officeDocument/2006/relationships/slide" Target="slide16.xml"/><Relationship Id="rId2" Type="http://schemas.openxmlformats.org/officeDocument/2006/relationships/image" Target="../media/image16.png"/><Relationship Id="rId16" Type="http://schemas.openxmlformats.org/officeDocument/2006/relationships/slide" Target="slide1.xml"/><Relationship Id="rId20" Type="http://schemas.openxmlformats.org/officeDocument/2006/relationships/slide" Target="slide5.xml"/><Relationship Id="rId1" Type="http://schemas.openxmlformats.org/officeDocument/2006/relationships/slideLayout" Target="../slideLayouts/slideLayout7.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5" Type="http://schemas.openxmlformats.org/officeDocument/2006/relationships/image" Target="../media/image8.svg"/><Relationship Id="rId10" Type="http://schemas.openxmlformats.org/officeDocument/2006/relationships/slide" Target="slide6.xml"/><Relationship Id="rId19" Type="http://schemas.openxmlformats.org/officeDocument/2006/relationships/slide" Target="slide4.xml"/><Relationship Id="rId4" Type="http://schemas.openxmlformats.org/officeDocument/2006/relationships/slide" Target="slide10.xml"/><Relationship Id="rId9" Type="http://schemas.openxmlformats.org/officeDocument/2006/relationships/image" Target="../media/image4.svg"/><Relationship Id="rId1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image" Target="../media/image6.svg"/><Relationship Id="rId18" Type="http://schemas.openxmlformats.org/officeDocument/2006/relationships/slide" Target="slide16.xml"/><Relationship Id="rId3" Type="http://schemas.openxmlformats.org/officeDocument/2006/relationships/slide" Target="slide8.xml"/><Relationship Id="rId7" Type="http://schemas.openxmlformats.org/officeDocument/2006/relationships/image" Target="../media/image2.svg"/><Relationship Id="rId12" Type="http://schemas.openxmlformats.org/officeDocument/2006/relationships/image" Target="../media/image5.png"/><Relationship Id="rId17" Type="http://schemas.openxmlformats.org/officeDocument/2006/relationships/slide" Target="slide1.xml"/><Relationship Id="rId2" Type="http://schemas.openxmlformats.org/officeDocument/2006/relationships/slide" Target="slide7.xml"/><Relationship Id="rId16"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slide" Target="slide6.xml"/><Relationship Id="rId5" Type="http://schemas.openxmlformats.org/officeDocument/2006/relationships/slide" Target="slide10.xml"/><Relationship Id="rId15" Type="http://schemas.openxmlformats.org/officeDocument/2006/relationships/image" Target="../media/image7.png"/><Relationship Id="rId10" Type="http://schemas.openxmlformats.org/officeDocument/2006/relationships/image" Target="../media/image4.svg"/><Relationship Id="rId4" Type="http://schemas.openxmlformats.org/officeDocument/2006/relationships/slide" Target="slide9.xml"/><Relationship Id="rId9" Type="http://schemas.openxmlformats.org/officeDocument/2006/relationships/image" Target="../media/image3.png"/><Relationship Id="rId14" Type="http://schemas.openxmlformats.org/officeDocument/2006/relationships/slide" Target="slide2.xml"/></Relationships>
</file>

<file path=ppt/slides/_rels/slide7.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18" Type="http://schemas.openxmlformats.org/officeDocument/2006/relationships/slide" Target="slide9.xml"/><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8.xml"/><Relationship Id="rId2" Type="http://schemas.openxmlformats.org/officeDocument/2006/relationships/slide" Target="slide10.xml"/><Relationship Id="rId16" Type="http://schemas.openxmlformats.org/officeDocument/2006/relationships/slide" Target="slide7.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8.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18" Type="http://schemas.openxmlformats.org/officeDocument/2006/relationships/slide" Target="slide9.xml"/><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8.xml"/><Relationship Id="rId2" Type="http://schemas.openxmlformats.org/officeDocument/2006/relationships/slide" Target="slide10.xml"/><Relationship Id="rId16" Type="http://schemas.openxmlformats.org/officeDocument/2006/relationships/slide" Target="slide7.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9.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18" Type="http://schemas.openxmlformats.org/officeDocument/2006/relationships/slide" Target="slide9.xml"/><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8.xml"/><Relationship Id="rId2" Type="http://schemas.openxmlformats.org/officeDocument/2006/relationships/slide" Target="slide10.xml"/><Relationship Id="rId16" Type="http://schemas.openxmlformats.org/officeDocument/2006/relationships/slide" Target="slide7.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2.xml"/><Relationship Id="rId3" Type="http://schemas.openxmlformats.org/officeDocument/2006/relationships/slide" Target="slide12.xml"/><Relationship Id="rId7" Type="http://schemas.openxmlformats.org/officeDocument/2006/relationships/slide" Target="slide13.xml"/><Relationship Id="rId12" Type="http://schemas.openxmlformats.org/officeDocument/2006/relationships/image" Target="../media/image6.svg"/><Relationship Id="rId17" Type="http://schemas.openxmlformats.org/officeDocument/2006/relationships/slide" Target="slide16.xml"/><Relationship Id="rId2" Type="http://schemas.openxmlformats.org/officeDocument/2006/relationships/slide" Target="slide11.xml"/><Relationship Id="rId16"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5" Type="http://schemas.openxmlformats.org/officeDocument/2006/relationships/image" Target="../media/image8.svg"/><Relationship Id="rId10" Type="http://schemas.openxmlformats.org/officeDocument/2006/relationships/slide" Target="slide6.xml"/><Relationship Id="rId4" Type="http://schemas.openxmlformats.org/officeDocument/2006/relationships/slide" Target="slide10.xml"/><Relationship Id="rId9" Type="http://schemas.openxmlformats.org/officeDocument/2006/relationships/image" Target="../media/image4.svg"/><Relationship Id="rId1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12.xml"/><Relationship Id="rId2" Type="http://schemas.openxmlformats.org/officeDocument/2006/relationships/slide" Target="slide10.xml"/><Relationship Id="rId16" Type="http://schemas.openxmlformats.org/officeDocument/2006/relationships/slide" Target="slide11.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12.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18" Type="http://schemas.openxmlformats.org/officeDocument/2006/relationships/hyperlink" Target="https://www.notion.so/Title-3241c67d2bb9802e8880e33ac47dbebc?t=new" TargetMode="External"/><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12.xml"/><Relationship Id="rId2" Type="http://schemas.openxmlformats.org/officeDocument/2006/relationships/slide" Target="slide10.xml"/><Relationship Id="rId16" Type="http://schemas.openxmlformats.org/officeDocument/2006/relationships/slide" Target="slide11.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2.xml"/><Relationship Id="rId3" Type="http://schemas.openxmlformats.org/officeDocument/2006/relationships/slide" Target="slide15.xml"/><Relationship Id="rId7" Type="http://schemas.openxmlformats.org/officeDocument/2006/relationships/slide" Target="slide13.xml"/><Relationship Id="rId12" Type="http://schemas.openxmlformats.org/officeDocument/2006/relationships/image" Target="../media/image6.svg"/><Relationship Id="rId17" Type="http://schemas.openxmlformats.org/officeDocument/2006/relationships/slide" Target="slide16.xml"/><Relationship Id="rId2" Type="http://schemas.openxmlformats.org/officeDocument/2006/relationships/slide" Target="slide14.xml"/><Relationship Id="rId16"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5" Type="http://schemas.openxmlformats.org/officeDocument/2006/relationships/image" Target="../media/image8.svg"/><Relationship Id="rId10" Type="http://schemas.openxmlformats.org/officeDocument/2006/relationships/slide" Target="slide6.xml"/><Relationship Id="rId4" Type="http://schemas.openxmlformats.org/officeDocument/2006/relationships/slide" Target="slide10.xml"/><Relationship Id="rId9" Type="http://schemas.openxmlformats.org/officeDocument/2006/relationships/image" Target="../media/image4.svg"/><Relationship Id="rId1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15.xml"/><Relationship Id="rId2" Type="http://schemas.openxmlformats.org/officeDocument/2006/relationships/slide" Target="slide10.xml"/><Relationship Id="rId16" Type="http://schemas.openxmlformats.org/officeDocument/2006/relationships/slide" Target="slide14.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15.xml.rels><?xml version="1.0" encoding="UTF-8" standalone="yes"?>
<Relationships xmlns="http://schemas.openxmlformats.org/package/2006/relationships"><Relationship Id="rId8" Type="http://schemas.openxmlformats.org/officeDocument/2006/relationships/hyperlink" Target="https://ai.meta.com/llama/" TargetMode="External"/><Relationship Id="rId13" Type="http://schemas.openxmlformats.org/officeDocument/2006/relationships/image" Target="../media/image2.svg"/><Relationship Id="rId18" Type="http://schemas.openxmlformats.org/officeDocument/2006/relationships/image" Target="../media/image5.png"/><Relationship Id="rId26" Type="http://schemas.openxmlformats.org/officeDocument/2006/relationships/slide" Target="slide15.xml"/><Relationship Id="rId3" Type="http://schemas.openxmlformats.org/officeDocument/2006/relationships/image" Target="../media/image11.svg"/><Relationship Id="rId21" Type="http://schemas.openxmlformats.org/officeDocument/2006/relationships/image" Target="../media/image7.png"/><Relationship Id="rId7" Type="http://schemas.openxmlformats.org/officeDocument/2006/relationships/image" Target="../media/image15.svg"/><Relationship Id="rId12" Type="http://schemas.openxmlformats.org/officeDocument/2006/relationships/image" Target="../media/image1.png"/><Relationship Id="rId17" Type="http://schemas.openxmlformats.org/officeDocument/2006/relationships/slide" Target="slide6.xml"/><Relationship Id="rId25" Type="http://schemas.openxmlformats.org/officeDocument/2006/relationships/slide" Target="slide14.xml"/><Relationship Id="rId2" Type="http://schemas.openxmlformats.org/officeDocument/2006/relationships/image" Target="../media/image10.png"/><Relationship Id="rId16" Type="http://schemas.openxmlformats.org/officeDocument/2006/relationships/image" Target="../media/image4.svg"/><Relationship Id="rId20"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slide" Target="slide10.xml"/><Relationship Id="rId24" Type="http://schemas.openxmlformats.org/officeDocument/2006/relationships/slide" Target="slide16.xml"/><Relationship Id="rId5" Type="http://schemas.openxmlformats.org/officeDocument/2006/relationships/image" Target="../media/image13.svg"/><Relationship Id="rId15" Type="http://schemas.openxmlformats.org/officeDocument/2006/relationships/image" Target="../media/image3.png"/><Relationship Id="rId23" Type="http://schemas.openxmlformats.org/officeDocument/2006/relationships/slide" Target="slide1.xml"/><Relationship Id="rId10" Type="http://schemas.openxmlformats.org/officeDocument/2006/relationships/hyperlink" Target="https://docs.djangoproject.com/" TargetMode="External"/><Relationship Id="rId19" Type="http://schemas.openxmlformats.org/officeDocument/2006/relationships/image" Target="../media/image6.svg"/><Relationship Id="rId4" Type="http://schemas.openxmlformats.org/officeDocument/2006/relationships/image" Target="../media/image12.png"/><Relationship Id="rId9" Type="http://schemas.openxmlformats.org/officeDocument/2006/relationships/hyperlink" Target="https://ollama.com/" TargetMode="External"/><Relationship Id="rId14" Type="http://schemas.openxmlformats.org/officeDocument/2006/relationships/slide" Target="slide13.xml"/><Relationship Id="rId22" Type="http://schemas.openxmlformats.org/officeDocument/2006/relationships/image" Target="../media/image8.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53950E-23E3-7DD2-77BD-6BE88DCA714D}"/>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Presentation with org chart with solid fill">
            <a:hlinkClick r:id="rId2" action="ppaction://hlinksldjump"/>
            <a:extLst>
              <a:ext uri="{FF2B5EF4-FFF2-40B4-BE49-F238E27FC236}">
                <a16:creationId xmlns:a16="http://schemas.microsoft.com/office/drawing/2014/main" id="{B17E2A1C-9E93-A841-EDD4-5DF6500F9D4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12856" y="6042989"/>
            <a:ext cx="695739" cy="695739"/>
          </a:xfrm>
          <a:prstGeom prst="rect">
            <a:avLst/>
          </a:prstGeom>
        </p:spPr>
      </p:pic>
      <p:pic>
        <p:nvPicPr>
          <p:cNvPr id="7" name="Graphic 6" descr="Statistics with solid fill">
            <a:hlinkClick r:id="rId5" action="ppaction://hlinksldjump"/>
            <a:extLst>
              <a:ext uri="{FF2B5EF4-FFF2-40B4-BE49-F238E27FC236}">
                <a16:creationId xmlns:a16="http://schemas.microsoft.com/office/drawing/2014/main" id="{C1E9BD8F-D710-AC11-E84F-371FC263E4E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11219" y="6042991"/>
            <a:ext cx="695739" cy="695739"/>
          </a:xfrm>
          <a:prstGeom prst="rect">
            <a:avLst/>
          </a:prstGeom>
        </p:spPr>
      </p:pic>
      <p:pic>
        <p:nvPicPr>
          <p:cNvPr id="8" name="Graphic 7" descr="Lightbulb and pencil with solid fill">
            <a:hlinkClick r:id="rId8" action="ppaction://hlinksldjump"/>
            <a:extLst>
              <a:ext uri="{FF2B5EF4-FFF2-40B4-BE49-F238E27FC236}">
                <a16:creationId xmlns:a16="http://schemas.microsoft.com/office/drawing/2014/main" id="{03D882BA-2992-6162-6D18-57FE337C326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30438" y="6042990"/>
            <a:ext cx="695739" cy="695739"/>
          </a:xfrm>
          <a:prstGeom prst="rect">
            <a:avLst/>
          </a:prstGeom>
        </p:spPr>
      </p:pic>
      <p:pic>
        <p:nvPicPr>
          <p:cNvPr id="9" name="Graphic 8" descr="Closed book with solid fill">
            <a:hlinkClick r:id="rId11" action="ppaction://hlinksldjump"/>
            <a:extLst>
              <a:ext uri="{FF2B5EF4-FFF2-40B4-BE49-F238E27FC236}">
                <a16:creationId xmlns:a16="http://schemas.microsoft.com/office/drawing/2014/main" id="{7F65F4F7-4DAB-1326-04AB-4D3A2454A54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65173" y="6042991"/>
            <a:ext cx="695739" cy="695739"/>
          </a:xfrm>
          <a:prstGeom prst="rect">
            <a:avLst/>
          </a:prstGeom>
        </p:spPr>
      </p:pic>
      <p:sp>
        <p:nvSpPr>
          <p:cNvPr id="5" name="Rectangle: Rounded Corners 4">
            <a:hlinkClick r:id="rId14" action="ppaction://hlinksldjump"/>
            <a:extLst>
              <a:ext uri="{FF2B5EF4-FFF2-40B4-BE49-F238E27FC236}">
                <a16:creationId xmlns:a16="http://schemas.microsoft.com/office/drawing/2014/main" id="{6A324048-02FA-48A2-38B2-969CD2FB67F5}"/>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2" name="Rectangle: Rounded Corners 11">
            <a:hlinkClick r:id="rId15" action="ppaction://hlinksldjump"/>
            <a:extLst>
              <a:ext uri="{FF2B5EF4-FFF2-40B4-BE49-F238E27FC236}">
                <a16:creationId xmlns:a16="http://schemas.microsoft.com/office/drawing/2014/main" id="{35A1565D-684B-5BB2-9A13-1387765DC276}"/>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11" name="Rectangle 10">
            <a:extLst>
              <a:ext uri="{FF2B5EF4-FFF2-40B4-BE49-F238E27FC236}">
                <a16:creationId xmlns:a16="http://schemas.microsoft.com/office/drawing/2014/main" id="{6B9280AF-2493-0996-A5D5-8D011B2953E1}"/>
              </a:ext>
            </a:extLst>
          </p:cNvPr>
          <p:cNvSpPr/>
          <p:nvPr/>
        </p:nvSpPr>
        <p:spPr>
          <a:xfrm>
            <a:off x="583096" y="397565"/>
            <a:ext cx="11034086" cy="4996070"/>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Top Corners Rounded 12">
            <a:extLst>
              <a:ext uri="{FF2B5EF4-FFF2-40B4-BE49-F238E27FC236}">
                <a16:creationId xmlns:a16="http://schemas.microsoft.com/office/drawing/2014/main" id="{2D134596-DC2E-272A-AF1F-C7C4452C5EAB}"/>
              </a:ext>
            </a:extLst>
          </p:cNvPr>
          <p:cNvSpPr/>
          <p:nvPr/>
        </p:nvSpPr>
        <p:spPr>
          <a:xfrm flipV="1">
            <a:off x="9828139" y="0"/>
            <a:ext cx="1462714" cy="2279374"/>
          </a:xfrm>
          <a:prstGeom prst="round2SameRect">
            <a:avLst>
              <a:gd name="adj1" fmla="val 50000"/>
              <a:gd name="adj2" fmla="val 0"/>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1840743-C92E-5BA3-96AE-2B0CAAB575B4}"/>
              </a:ext>
            </a:extLst>
          </p:cNvPr>
          <p:cNvSpPr/>
          <p:nvPr/>
        </p:nvSpPr>
        <p:spPr>
          <a:xfrm>
            <a:off x="9923391" y="838198"/>
            <a:ext cx="1272209" cy="1272209"/>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BACFD53-67F5-6EF3-1E48-56570EAF352B}"/>
              </a:ext>
            </a:extLst>
          </p:cNvPr>
          <p:cNvSpPr txBox="1"/>
          <p:nvPr/>
        </p:nvSpPr>
        <p:spPr>
          <a:xfrm>
            <a:off x="1530626" y="627134"/>
            <a:ext cx="8705432" cy="2862322"/>
          </a:xfrm>
          <a:prstGeom prst="rect">
            <a:avLst/>
          </a:prstGeom>
          <a:noFill/>
        </p:spPr>
        <p:txBody>
          <a:bodyPr wrap="square" rtlCol="0">
            <a:spAutoFit/>
          </a:bodyPr>
          <a:lstStyle/>
          <a:p>
            <a:r>
              <a:rPr lang="en-US" sz="6000" dirty="0">
                <a:solidFill>
                  <a:schemeClr val="bg1"/>
                </a:solidFill>
                <a:latin typeface="Poppins Black" panose="00000A00000000000000" pitchFamily="2" charset="0"/>
                <a:cs typeface="Poppins Black" panose="00000A00000000000000" pitchFamily="2" charset="0"/>
              </a:rPr>
              <a:t>Code Reviewer &amp; Auto fixer-Agent System</a:t>
            </a:r>
          </a:p>
        </p:txBody>
      </p:sp>
      <p:sp>
        <p:nvSpPr>
          <p:cNvPr id="16" name="Rectangle: Rounded Corners 15">
            <a:extLst>
              <a:ext uri="{FF2B5EF4-FFF2-40B4-BE49-F238E27FC236}">
                <a16:creationId xmlns:a16="http://schemas.microsoft.com/office/drawing/2014/main" id="{6F39B90D-3979-D052-1332-44908AA7ADB5}"/>
              </a:ext>
            </a:extLst>
          </p:cNvPr>
          <p:cNvSpPr/>
          <p:nvPr/>
        </p:nvSpPr>
        <p:spPr>
          <a:xfrm>
            <a:off x="1590236" y="3706434"/>
            <a:ext cx="2067340" cy="559043"/>
          </a:xfrm>
          <a:prstGeom prst="roundRect">
            <a:avLst>
              <a:gd name="adj" fmla="val 50000"/>
            </a:avLst>
          </a:prstGeom>
          <a:solidFill>
            <a:srgbClr val="6D977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Aditya </a:t>
            </a:r>
            <a:r>
              <a:rPr lang="en-US" b="1" dirty="0" err="1">
                <a:latin typeface="Poppins" panose="00000500000000000000" pitchFamily="2" charset="0"/>
                <a:cs typeface="Poppins" panose="00000500000000000000" pitchFamily="2" charset="0"/>
              </a:rPr>
              <a:t>Thawaria</a:t>
            </a:r>
            <a:endParaRPr lang="en-US" b="1" dirty="0">
              <a:latin typeface="Poppins" panose="00000500000000000000" pitchFamily="2" charset="0"/>
              <a:cs typeface="Poppins" panose="00000500000000000000" pitchFamily="2" charset="0"/>
            </a:endParaRPr>
          </a:p>
        </p:txBody>
      </p:sp>
      <p:sp>
        <p:nvSpPr>
          <p:cNvPr id="18" name="Rectangle: Rounded Corners 17">
            <a:extLst>
              <a:ext uri="{FF2B5EF4-FFF2-40B4-BE49-F238E27FC236}">
                <a16:creationId xmlns:a16="http://schemas.microsoft.com/office/drawing/2014/main" id="{30996807-5673-E922-2010-EA25339140A8}"/>
              </a:ext>
            </a:extLst>
          </p:cNvPr>
          <p:cNvSpPr/>
          <p:nvPr/>
        </p:nvSpPr>
        <p:spPr>
          <a:xfrm>
            <a:off x="3892799" y="3706434"/>
            <a:ext cx="2067340" cy="559043"/>
          </a:xfrm>
          <a:prstGeom prst="roundRect">
            <a:avLst>
              <a:gd name="adj" fmla="val 50000"/>
            </a:avLst>
          </a:prstGeom>
          <a:solidFill>
            <a:srgbClr val="6D977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Biswaranjan</a:t>
            </a:r>
          </a:p>
          <a:p>
            <a:pPr algn="ctr"/>
            <a:r>
              <a:rPr lang="en-US" b="1" dirty="0">
                <a:latin typeface="Poppins" panose="00000500000000000000" pitchFamily="2" charset="0"/>
                <a:cs typeface="Poppins" panose="00000500000000000000" pitchFamily="2" charset="0"/>
              </a:rPr>
              <a:t>Nayak</a:t>
            </a:r>
          </a:p>
        </p:txBody>
      </p:sp>
      <p:sp>
        <p:nvSpPr>
          <p:cNvPr id="19" name="Rectangle: Rounded Corners 18">
            <a:extLst>
              <a:ext uri="{FF2B5EF4-FFF2-40B4-BE49-F238E27FC236}">
                <a16:creationId xmlns:a16="http://schemas.microsoft.com/office/drawing/2014/main" id="{E4C29A48-3A2E-416D-DA9E-9FD31A7A638D}"/>
              </a:ext>
            </a:extLst>
          </p:cNvPr>
          <p:cNvSpPr/>
          <p:nvPr/>
        </p:nvSpPr>
        <p:spPr>
          <a:xfrm>
            <a:off x="6228502" y="3722138"/>
            <a:ext cx="2067340" cy="559043"/>
          </a:xfrm>
          <a:prstGeom prst="roundRect">
            <a:avLst>
              <a:gd name="adj" fmla="val 50000"/>
            </a:avLst>
          </a:prstGeom>
          <a:solidFill>
            <a:srgbClr val="6D977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Chirag </a:t>
            </a:r>
          </a:p>
          <a:p>
            <a:pPr algn="ctr"/>
            <a:r>
              <a:rPr lang="en-US" b="1" dirty="0">
                <a:latin typeface="Poppins" panose="00000500000000000000" pitchFamily="2" charset="0"/>
                <a:cs typeface="Poppins" panose="00000500000000000000" pitchFamily="2" charset="0"/>
              </a:rPr>
              <a:t>Jagtap</a:t>
            </a:r>
          </a:p>
        </p:txBody>
      </p:sp>
      <p:sp>
        <p:nvSpPr>
          <p:cNvPr id="20" name="Rectangle: Rounded Corners 19">
            <a:extLst>
              <a:ext uri="{FF2B5EF4-FFF2-40B4-BE49-F238E27FC236}">
                <a16:creationId xmlns:a16="http://schemas.microsoft.com/office/drawing/2014/main" id="{3622D515-3705-2882-A9F3-00F8D363146A}"/>
              </a:ext>
            </a:extLst>
          </p:cNvPr>
          <p:cNvSpPr/>
          <p:nvPr/>
        </p:nvSpPr>
        <p:spPr>
          <a:xfrm>
            <a:off x="8602311" y="3722138"/>
            <a:ext cx="2067340" cy="559043"/>
          </a:xfrm>
          <a:prstGeom prst="roundRect">
            <a:avLst>
              <a:gd name="adj" fmla="val 50000"/>
            </a:avLst>
          </a:prstGeom>
          <a:solidFill>
            <a:srgbClr val="6D977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Shubham</a:t>
            </a:r>
          </a:p>
          <a:p>
            <a:pPr algn="ctr"/>
            <a:r>
              <a:rPr lang="en-US" b="1" dirty="0">
                <a:latin typeface="Poppins" panose="00000500000000000000" pitchFamily="2" charset="0"/>
                <a:cs typeface="Poppins" panose="00000500000000000000" pitchFamily="2" charset="0"/>
              </a:rPr>
              <a:t>Patil</a:t>
            </a:r>
          </a:p>
        </p:txBody>
      </p:sp>
      <p:sp>
        <p:nvSpPr>
          <p:cNvPr id="2" name="Rectangle: Rounded Corners 1">
            <a:extLst>
              <a:ext uri="{FF2B5EF4-FFF2-40B4-BE49-F238E27FC236}">
                <a16:creationId xmlns:a16="http://schemas.microsoft.com/office/drawing/2014/main" id="{83CD9202-855D-A40F-7465-64655798F554}"/>
              </a:ext>
            </a:extLst>
          </p:cNvPr>
          <p:cNvSpPr/>
          <p:nvPr/>
        </p:nvSpPr>
        <p:spPr>
          <a:xfrm>
            <a:off x="4926469" y="4557886"/>
            <a:ext cx="2067340" cy="559043"/>
          </a:xfrm>
          <a:prstGeom prst="roundRect">
            <a:avLst>
              <a:gd name="adj" fmla="val 50000"/>
            </a:avLst>
          </a:prstGeom>
          <a:solidFill>
            <a:srgbClr val="6D977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BHARAT TANK</a:t>
            </a:r>
          </a:p>
        </p:txBody>
      </p:sp>
    </p:spTree>
    <p:extLst>
      <p:ext uri="{BB962C8B-B14F-4D97-AF65-F5344CB8AC3E}">
        <p14:creationId xmlns:p14="http://schemas.microsoft.com/office/powerpoint/2010/main" val="3888088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2933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CCAFD95-C961-961A-B9A2-750F5BD8F321}"/>
              </a:ext>
            </a:extLst>
          </p:cNvPr>
          <p:cNvSpPr/>
          <p:nvPr/>
        </p:nvSpPr>
        <p:spPr>
          <a:xfrm>
            <a:off x="583096" y="841703"/>
            <a:ext cx="3689966" cy="4148309"/>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192B2C9-2A19-6EE4-8031-8456A2948801}"/>
              </a:ext>
            </a:extLst>
          </p:cNvPr>
          <p:cNvSpPr txBox="1"/>
          <p:nvPr/>
        </p:nvSpPr>
        <p:spPr>
          <a:xfrm>
            <a:off x="5070474" y="4080923"/>
            <a:ext cx="5878532" cy="1015663"/>
          </a:xfrm>
          <a:prstGeom prst="rect">
            <a:avLst/>
          </a:prstGeom>
          <a:noFill/>
        </p:spPr>
        <p:txBody>
          <a:bodyPr wrap="none" rtlCol="0">
            <a:spAutoFit/>
          </a:bodyPr>
          <a:lstStyle/>
          <a:p>
            <a:r>
              <a:rPr lang="en-US" sz="6000" dirty="0">
                <a:solidFill>
                  <a:srgbClr val="BB8A52"/>
                </a:solidFill>
                <a:latin typeface="Poppins Black" panose="00000A00000000000000" pitchFamily="2" charset="0"/>
                <a:cs typeface="Poppins Black" panose="00000A00000000000000" pitchFamily="2" charset="0"/>
              </a:rPr>
              <a:t>ABSTRACTION</a:t>
            </a:r>
          </a:p>
        </p:txBody>
      </p:sp>
      <p:sp>
        <p:nvSpPr>
          <p:cNvPr id="5" name="Rectangle 4">
            <a:hlinkClick r:id="rId2" action="ppaction://hlinksldjump"/>
            <a:extLst>
              <a:ext uri="{FF2B5EF4-FFF2-40B4-BE49-F238E27FC236}">
                <a16:creationId xmlns:a16="http://schemas.microsoft.com/office/drawing/2014/main" id="{5444A7C9-5295-CC89-76DA-63FE8D11296C}"/>
              </a:ext>
            </a:extLst>
          </p:cNvPr>
          <p:cNvSpPr/>
          <p:nvPr/>
        </p:nvSpPr>
        <p:spPr>
          <a:xfrm>
            <a:off x="841748" y="1149532"/>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BACKGROUND OF </a:t>
            </a:r>
          </a:p>
          <a:p>
            <a:pPr algn="ctr"/>
            <a:r>
              <a:rPr lang="en-US" sz="2400" dirty="0">
                <a:latin typeface="Poppins Black" panose="00000A00000000000000" pitchFamily="2" charset="0"/>
                <a:cs typeface="Poppins Black" panose="00000A00000000000000" pitchFamily="2" charset="0"/>
              </a:rPr>
              <a:t>THE STUDY</a:t>
            </a:r>
          </a:p>
        </p:txBody>
      </p:sp>
      <p:sp>
        <p:nvSpPr>
          <p:cNvPr id="6" name="Rectangle 5">
            <a:hlinkClick r:id="rId3" action="ppaction://hlinksldjump"/>
            <a:extLst>
              <a:ext uri="{FF2B5EF4-FFF2-40B4-BE49-F238E27FC236}">
                <a16:creationId xmlns:a16="http://schemas.microsoft.com/office/drawing/2014/main" id="{F49D2D9E-0A0B-AA71-35C2-8B720F529B0F}"/>
              </a:ext>
            </a:extLst>
          </p:cNvPr>
          <p:cNvSpPr/>
          <p:nvPr/>
        </p:nvSpPr>
        <p:spPr>
          <a:xfrm>
            <a:off x="841748" y="2346961"/>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MOTIVATION</a:t>
            </a:r>
          </a:p>
        </p:txBody>
      </p:sp>
      <p:sp>
        <p:nvSpPr>
          <p:cNvPr id="7" name="Rectangle 6">
            <a:hlinkClick r:id="rId4" action="ppaction://hlinksldjump"/>
            <a:extLst>
              <a:ext uri="{FF2B5EF4-FFF2-40B4-BE49-F238E27FC236}">
                <a16:creationId xmlns:a16="http://schemas.microsoft.com/office/drawing/2014/main" id="{1E7ABE24-741D-BE82-09AF-6D3E4F11A3A6}"/>
              </a:ext>
            </a:extLst>
          </p:cNvPr>
          <p:cNvSpPr/>
          <p:nvPr/>
        </p:nvSpPr>
        <p:spPr>
          <a:xfrm>
            <a:off x="841748" y="359597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OBJECTIVES</a:t>
            </a:r>
          </a:p>
        </p:txBody>
      </p:sp>
      <p:pic>
        <p:nvPicPr>
          <p:cNvPr id="15" name="Graphic 14" descr="Presentation with org chart with solid fill">
            <a:hlinkClick r:id="rId5" action="ppaction://hlinksldjump"/>
            <a:extLst>
              <a:ext uri="{FF2B5EF4-FFF2-40B4-BE49-F238E27FC236}">
                <a16:creationId xmlns:a16="http://schemas.microsoft.com/office/drawing/2014/main" id="{D120F445-0C5F-B883-2272-988AA14E528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85964" y="6042991"/>
            <a:ext cx="695739" cy="695739"/>
          </a:xfrm>
          <a:prstGeom prst="rect">
            <a:avLst/>
          </a:prstGeom>
        </p:spPr>
      </p:pic>
      <p:pic>
        <p:nvPicPr>
          <p:cNvPr id="16" name="Graphic 15" descr="Statistics with solid fill">
            <a:hlinkClick r:id="rId8" action="ppaction://hlinksldjump"/>
            <a:extLst>
              <a:ext uri="{FF2B5EF4-FFF2-40B4-BE49-F238E27FC236}">
                <a16:creationId xmlns:a16="http://schemas.microsoft.com/office/drawing/2014/main" id="{71C1B18C-03B0-B380-1490-4CDF525F9D5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11219" y="6042991"/>
            <a:ext cx="695739" cy="695739"/>
          </a:xfrm>
          <a:prstGeom prst="rect">
            <a:avLst/>
          </a:prstGeom>
        </p:spPr>
      </p:pic>
      <p:pic>
        <p:nvPicPr>
          <p:cNvPr id="17" name="Graphic 16" descr="Lightbulb and pencil with solid fill">
            <a:hlinkClick r:id="rId11" action="ppaction://hlinksldjump"/>
            <a:extLst>
              <a:ext uri="{FF2B5EF4-FFF2-40B4-BE49-F238E27FC236}">
                <a16:creationId xmlns:a16="http://schemas.microsoft.com/office/drawing/2014/main" id="{F8D7C17A-7FB4-588C-9176-86774CB8632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907470" y="6057595"/>
            <a:ext cx="695739" cy="695739"/>
          </a:xfrm>
          <a:prstGeom prst="rect">
            <a:avLst/>
          </a:prstGeom>
        </p:spPr>
      </p:pic>
      <p:pic>
        <p:nvPicPr>
          <p:cNvPr id="18" name="Graphic 17" descr="Closed book with solid fill">
            <a:hlinkClick r:id="rId14" action="ppaction://hlinksldjump"/>
            <a:extLst>
              <a:ext uri="{FF2B5EF4-FFF2-40B4-BE49-F238E27FC236}">
                <a16:creationId xmlns:a16="http://schemas.microsoft.com/office/drawing/2014/main" id="{D85F5F35-1838-1C79-8126-B25FA4C4935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965173" y="6042991"/>
            <a:ext cx="695739" cy="695739"/>
          </a:xfrm>
          <a:prstGeom prst="rect">
            <a:avLst/>
          </a:prstGeom>
        </p:spPr>
      </p:pic>
      <p:sp>
        <p:nvSpPr>
          <p:cNvPr id="20" name="Rectangle: Rounded Corners 19">
            <a:hlinkClick r:id="rId17" action="ppaction://hlinksldjump"/>
            <a:extLst>
              <a:ext uri="{FF2B5EF4-FFF2-40B4-BE49-F238E27FC236}">
                <a16:creationId xmlns:a16="http://schemas.microsoft.com/office/drawing/2014/main" id="{A8F36818-BE47-105A-F0BB-CDA991E4B910}"/>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1" name="Rectangle: Rounded Corners 20">
            <a:hlinkClick r:id="rId18" action="ppaction://hlinksldjump"/>
            <a:extLst>
              <a:ext uri="{FF2B5EF4-FFF2-40B4-BE49-F238E27FC236}">
                <a16:creationId xmlns:a16="http://schemas.microsoft.com/office/drawing/2014/main" id="{7F5099A7-1FE2-E780-6EBC-846146F60C5A}"/>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pic>
        <p:nvPicPr>
          <p:cNvPr id="9" name="Picture 8">
            <a:extLst>
              <a:ext uri="{FF2B5EF4-FFF2-40B4-BE49-F238E27FC236}">
                <a16:creationId xmlns:a16="http://schemas.microsoft.com/office/drawing/2014/main" id="{CACF239F-12C0-4343-0EC3-269B5AEF3E7F}"/>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4863970" y="383152"/>
            <a:ext cx="5987531" cy="3571875"/>
          </a:xfrm>
          <a:prstGeom prst="rect">
            <a:avLst/>
          </a:prstGeom>
        </p:spPr>
      </p:pic>
    </p:spTree>
    <p:extLst>
      <p:ext uri="{BB962C8B-B14F-4D97-AF65-F5344CB8AC3E}">
        <p14:creationId xmlns:p14="http://schemas.microsoft.com/office/powerpoint/2010/main" val="49071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CCAFD95-C961-961A-B9A2-750F5BD8F321}"/>
              </a:ext>
            </a:extLst>
          </p:cNvPr>
          <p:cNvSpPr/>
          <p:nvPr/>
        </p:nvSpPr>
        <p:spPr>
          <a:xfrm>
            <a:off x="583096" y="841703"/>
            <a:ext cx="3689966" cy="4148309"/>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192B2C9-2A19-6EE4-8031-8456A2948801}"/>
              </a:ext>
            </a:extLst>
          </p:cNvPr>
          <p:cNvSpPr txBox="1"/>
          <p:nvPr/>
        </p:nvSpPr>
        <p:spPr>
          <a:xfrm>
            <a:off x="5269016" y="561007"/>
            <a:ext cx="6665810" cy="2169825"/>
          </a:xfrm>
          <a:prstGeom prst="rect">
            <a:avLst/>
          </a:prstGeom>
          <a:noFill/>
        </p:spPr>
        <p:txBody>
          <a:bodyPr wrap="square" rtlCol="0">
            <a:spAutoFit/>
          </a:bodyPr>
          <a:lstStyle/>
          <a:p>
            <a:r>
              <a:rPr lang="en-US" sz="4500" dirty="0">
                <a:solidFill>
                  <a:srgbClr val="BB8A52"/>
                </a:solidFill>
                <a:latin typeface="Poppins Black" panose="00000A00000000000000" pitchFamily="2" charset="0"/>
                <a:cs typeface="Poppins Black" panose="00000A00000000000000" pitchFamily="2" charset="0"/>
              </a:rPr>
              <a:t>Code Reviewer &amp; Auto fixer-Agent System</a:t>
            </a:r>
          </a:p>
        </p:txBody>
      </p:sp>
      <p:sp>
        <p:nvSpPr>
          <p:cNvPr id="8" name="TextBox 7">
            <a:extLst>
              <a:ext uri="{FF2B5EF4-FFF2-40B4-BE49-F238E27FC236}">
                <a16:creationId xmlns:a16="http://schemas.microsoft.com/office/drawing/2014/main" id="{2127FB8D-E44D-D51A-4AD1-9F88E1740133}"/>
              </a:ext>
            </a:extLst>
          </p:cNvPr>
          <p:cNvSpPr txBox="1"/>
          <p:nvPr/>
        </p:nvSpPr>
        <p:spPr>
          <a:xfrm>
            <a:off x="5269016" y="3284751"/>
            <a:ext cx="6348166" cy="2031325"/>
          </a:xfrm>
          <a:prstGeom prst="rect">
            <a:avLst/>
          </a:prstGeom>
          <a:noFill/>
        </p:spPr>
        <p:txBody>
          <a:bodyPr wrap="square" rtlCol="0">
            <a:spAutoFit/>
          </a:bodyPr>
          <a:lstStyle/>
          <a:p>
            <a:r>
              <a:rPr lang="en-US" b="1" dirty="0"/>
              <a:t>This project presents an AI-based, language-agnostic automated code review and auto-fixing system that helps identify bugs, code smells, and inefficient coding practices. By combining static code analysis with AI-driven reasoning, the system provides clear explanations and suggested fixes, reducing manual review effort. The solution is deployed on a Linux-based cloud platform, improving scalability, code quality, and developer productivity.</a:t>
            </a:r>
            <a:endParaRPr lang="en-US" dirty="0"/>
          </a:p>
        </p:txBody>
      </p:sp>
      <p:pic>
        <p:nvPicPr>
          <p:cNvPr id="9" name="Graphic 8" descr="Presentation with org chart with solid fill">
            <a:hlinkClick r:id="rId2" action="ppaction://hlinksldjump"/>
            <a:extLst>
              <a:ext uri="{FF2B5EF4-FFF2-40B4-BE49-F238E27FC236}">
                <a16:creationId xmlns:a16="http://schemas.microsoft.com/office/drawing/2014/main" id="{F5DEF661-C1D2-9A1F-BEED-B099817A18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03564" y="6042990"/>
            <a:ext cx="695739" cy="695739"/>
          </a:xfrm>
          <a:prstGeom prst="rect">
            <a:avLst/>
          </a:prstGeom>
        </p:spPr>
      </p:pic>
      <p:pic>
        <p:nvPicPr>
          <p:cNvPr id="10" name="Graphic 9" descr="Statistics with solid fill">
            <a:hlinkClick r:id="rId5" action="ppaction://hlinksldjump"/>
            <a:extLst>
              <a:ext uri="{FF2B5EF4-FFF2-40B4-BE49-F238E27FC236}">
                <a16:creationId xmlns:a16="http://schemas.microsoft.com/office/drawing/2014/main" id="{A4BD9BD5-1BDA-B13C-ED58-BBCACB2ED0B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11219" y="6042991"/>
            <a:ext cx="695739" cy="695739"/>
          </a:xfrm>
          <a:prstGeom prst="rect">
            <a:avLst/>
          </a:prstGeom>
        </p:spPr>
      </p:pic>
      <p:pic>
        <p:nvPicPr>
          <p:cNvPr id="11" name="Graphic 10" descr="Lightbulb and pencil with solid fill">
            <a:hlinkClick r:id="rId8" action="ppaction://hlinksldjump"/>
            <a:extLst>
              <a:ext uri="{FF2B5EF4-FFF2-40B4-BE49-F238E27FC236}">
                <a16:creationId xmlns:a16="http://schemas.microsoft.com/office/drawing/2014/main" id="{C054EE64-1554-DD1C-D8BE-96004588A03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25070" y="6042990"/>
            <a:ext cx="695739" cy="695739"/>
          </a:xfrm>
          <a:prstGeom prst="rect">
            <a:avLst/>
          </a:prstGeom>
        </p:spPr>
      </p:pic>
      <p:pic>
        <p:nvPicPr>
          <p:cNvPr id="12" name="Graphic 11" descr="Closed book with solid fill">
            <a:hlinkClick r:id="rId11" action="ppaction://hlinksldjump"/>
            <a:extLst>
              <a:ext uri="{FF2B5EF4-FFF2-40B4-BE49-F238E27FC236}">
                <a16:creationId xmlns:a16="http://schemas.microsoft.com/office/drawing/2014/main" id="{0762F460-3E66-5796-6A2F-FBBB2602385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65173" y="6042991"/>
            <a:ext cx="695739" cy="695739"/>
          </a:xfrm>
          <a:prstGeom prst="rect">
            <a:avLst/>
          </a:prstGeom>
        </p:spPr>
      </p:pic>
      <p:sp>
        <p:nvSpPr>
          <p:cNvPr id="14" name="Rectangle: Rounded Corners 13">
            <a:hlinkClick r:id="rId14" action="ppaction://hlinksldjump"/>
            <a:extLst>
              <a:ext uri="{FF2B5EF4-FFF2-40B4-BE49-F238E27FC236}">
                <a16:creationId xmlns:a16="http://schemas.microsoft.com/office/drawing/2014/main" id="{993E7D17-9469-E1DF-39C3-0AB88E9E4DBE}"/>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5" name="Rectangle: Rounded Corners 14">
            <a:hlinkClick r:id="rId15" action="ppaction://hlinksldjump"/>
            <a:extLst>
              <a:ext uri="{FF2B5EF4-FFF2-40B4-BE49-F238E27FC236}">
                <a16:creationId xmlns:a16="http://schemas.microsoft.com/office/drawing/2014/main" id="{F95DE59A-0356-C716-CD4A-A485B31C021A}"/>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16" name="Rectangle 15">
            <a:hlinkClick r:id="rId16" action="ppaction://hlinksldjump"/>
            <a:extLst>
              <a:ext uri="{FF2B5EF4-FFF2-40B4-BE49-F238E27FC236}">
                <a16:creationId xmlns:a16="http://schemas.microsoft.com/office/drawing/2014/main" id="{39047D6B-D24F-F226-72C4-BE0BAB6BF6B6}"/>
              </a:ext>
            </a:extLst>
          </p:cNvPr>
          <p:cNvSpPr/>
          <p:nvPr/>
        </p:nvSpPr>
        <p:spPr>
          <a:xfrm>
            <a:off x="841748" y="1149532"/>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BACKGROUND OF </a:t>
            </a:r>
          </a:p>
          <a:p>
            <a:pPr algn="ctr"/>
            <a:r>
              <a:rPr lang="en-US" sz="2400" dirty="0">
                <a:latin typeface="Poppins Black" panose="00000A00000000000000" pitchFamily="2" charset="0"/>
                <a:cs typeface="Poppins Black" panose="00000A00000000000000" pitchFamily="2" charset="0"/>
              </a:rPr>
              <a:t>THE STUDY</a:t>
            </a:r>
          </a:p>
        </p:txBody>
      </p:sp>
      <p:sp>
        <p:nvSpPr>
          <p:cNvPr id="17" name="Rectangle 16">
            <a:hlinkClick r:id="rId17" action="ppaction://hlinksldjump"/>
            <a:extLst>
              <a:ext uri="{FF2B5EF4-FFF2-40B4-BE49-F238E27FC236}">
                <a16:creationId xmlns:a16="http://schemas.microsoft.com/office/drawing/2014/main" id="{DB018528-C744-5F41-059A-444868BDA9B8}"/>
              </a:ext>
            </a:extLst>
          </p:cNvPr>
          <p:cNvSpPr/>
          <p:nvPr/>
        </p:nvSpPr>
        <p:spPr>
          <a:xfrm>
            <a:off x="841748" y="2346961"/>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MOTIVATION</a:t>
            </a:r>
          </a:p>
        </p:txBody>
      </p:sp>
      <p:sp>
        <p:nvSpPr>
          <p:cNvPr id="18" name="Rectangle 17">
            <a:hlinkClick r:id="rId18" action="ppaction://hlinksldjump"/>
            <a:extLst>
              <a:ext uri="{FF2B5EF4-FFF2-40B4-BE49-F238E27FC236}">
                <a16:creationId xmlns:a16="http://schemas.microsoft.com/office/drawing/2014/main" id="{35A781E6-27D2-2E1F-3704-2B52AAC50178}"/>
              </a:ext>
            </a:extLst>
          </p:cNvPr>
          <p:cNvSpPr/>
          <p:nvPr/>
        </p:nvSpPr>
        <p:spPr>
          <a:xfrm>
            <a:off x="841748" y="359597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OBJECTIVES</a:t>
            </a:r>
          </a:p>
        </p:txBody>
      </p:sp>
    </p:spTree>
    <p:extLst>
      <p:ext uri="{BB962C8B-B14F-4D97-AF65-F5344CB8AC3E}">
        <p14:creationId xmlns:p14="http://schemas.microsoft.com/office/powerpoint/2010/main" val="384199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CCAFD95-C961-961A-B9A2-750F5BD8F321}"/>
              </a:ext>
            </a:extLst>
          </p:cNvPr>
          <p:cNvSpPr/>
          <p:nvPr/>
        </p:nvSpPr>
        <p:spPr>
          <a:xfrm>
            <a:off x="583096" y="841703"/>
            <a:ext cx="3689966" cy="4148309"/>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Badge with solid fill">
            <a:extLst>
              <a:ext uri="{FF2B5EF4-FFF2-40B4-BE49-F238E27FC236}">
                <a16:creationId xmlns:a16="http://schemas.microsoft.com/office/drawing/2014/main" id="{76A84AA3-C5AC-2245-F6A1-119DB068C2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15110" y="2514600"/>
            <a:ext cx="914400" cy="914400"/>
          </a:xfrm>
          <a:prstGeom prst="rect">
            <a:avLst/>
          </a:prstGeom>
        </p:spPr>
      </p:pic>
      <p:pic>
        <p:nvPicPr>
          <p:cNvPr id="12" name="Graphic 11" descr="Badge 3 with solid fill">
            <a:extLst>
              <a:ext uri="{FF2B5EF4-FFF2-40B4-BE49-F238E27FC236}">
                <a16:creationId xmlns:a16="http://schemas.microsoft.com/office/drawing/2014/main" id="{DC196672-C02D-C3B8-75B7-5197DE89B2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15110" y="3772988"/>
            <a:ext cx="914400" cy="914400"/>
          </a:xfrm>
          <a:prstGeom prst="rect">
            <a:avLst/>
          </a:prstGeom>
        </p:spPr>
      </p:pic>
      <p:pic>
        <p:nvPicPr>
          <p:cNvPr id="14" name="Graphic 13" descr="Badge 1 with solid fill">
            <a:extLst>
              <a:ext uri="{FF2B5EF4-FFF2-40B4-BE49-F238E27FC236}">
                <a16:creationId xmlns:a16="http://schemas.microsoft.com/office/drawing/2014/main" id="{C413400B-CFF0-7D21-16A7-D63A2C4F62D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15110" y="1257727"/>
            <a:ext cx="914400" cy="914400"/>
          </a:xfrm>
          <a:prstGeom prst="rect">
            <a:avLst/>
          </a:prstGeom>
        </p:spPr>
      </p:pic>
      <p:sp>
        <p:nvSpPr>
          <p:cNvPr id="15" name="TextBox 14">
            <a:extLst>
              <a:ext uri="{FF2B5EF4-FFF2-40B4-BE49-F238E27FC236}">
                <a16:creationId xmlns:a16="http://schemas.microsoft.com/office/drawing/2014/main" id="{9FCBB530-2150-629B-E3A8-39F1BB11F899}"/>
              </a:ext>
            </a:extLst>
          </p:cNvPr>
          <p:cNvSpPr txBox="1"/>
          <p:nvPr/>
        </p:nvSpPr>
        <p:spPr>
          <a:xfrm>
            <a:off x="5888162" y="1257727"/>
            <a:ext cx="5720742" cy="923330"/>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Manual code review is time-consuming, inconsistent, and heavily dependent on human expertise.</a:t>
            </a:r>
          </a:p>
        </p:txBody>
      </p:sp>
      <p:sp>
        <p:nvSpPr>
          <p:cNvPr id="16" name="TextBox 15">
            <a:extLst>
              <a:ext uri="{FF2B5EF4-FFF2-40B4-BE49-F238E27FC236}">
                <a16:creationId xmlns:a16="http://schemas.microsoft.com/office/drawing/2014/main" id="{E7B911C2-B358-4190-CA67-A695A8734A9E}"/>
              </a:ext>
            </a:extLst>
          </p:cNvPr>
          <p:cNvSpPr txBox="1"/>
          <p:nvPr/>
        </p:nvSpPr>
        <p:spPr>
          <a:xfrm>
            <a:off x="5888162" y="2520580"/>
            <a:ext cx="5720742" cy="923330"/>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Developers, especially beginners, struggle to identify syntax, logical, and coding standard issues, leading to poor code quality.</a:t>
            </a:r>
          </a:p>
        </p:txBody>
      </p:sp>
      <p:sp>
        <p:nvSpPr>
          <p:cNvPr id="17" name="TextBox 16">
            <a:extLst>
              <a:ext uri="{FF2B5EF4-FFF2-40B4-BE49-F238E27FC236}">
                <a16:creationId xmlns:a16="http://schemas.microsoft.com/office/drawing/2014/main" id="{6FA3BE19-2372-7117-648D-44C21F742AF2}"/>
              </a:ext>
            </a:extLst>
          </p:cNvPr>
          <p:cNvSpPr txBox="1"/>
          <p:nvPr/>
        </p:nvSpPr>
        <p:spPr>
          <a:xfrm>
            <a:off x="5888162" y="3783433"/>
            <a:ext cx="5720742" cy="1200329"/>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Existing tools lack intelligent automation for comprehensive code review, auto-fixing, and meaningful explanations, creating a need for an AI-based solution.</a:t>
            </a:r>
          </a:p>
        </p:txBody>
      </p:sp>
      <p:pic>
        <p:nvPicPr>
          <p:cNvPr id="13" name="Graphic 12" descr="Presentation with org chart with solid fill">
            <a:hlinkClick r:id="rId8" action="ppaction://hlinksldjump"/>
            <a:extLst>
              <a:ext uri="{FF2B5EF4-FFF2-40B4-BE49-F238E27FC236}">
                <a16:creationId xmlns:a16="http://schemas.microsoft.com/office/drawing/2014/main" id="{FC8F7271-AE78-997C-45D3-FA51A2B73A3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26085" y="5976730"/>
            <a:ext cx="695739" cy="695739"/>
          </a:xfrm>
          <a:prstGeom prst="rect">
            <a:avLst/>
          </a:prstGeom>
        </p:spPr>
      </p:pic>
      <p:pic>
        <p:nvPicPr>
          <p:cNvPr id="18" name="Graphic 17" descr="Statistics with solid fill">
            <a:hlinkClick r:id="rId11" action="ppaction://hlinksldjump"/>
            <a:extLst>
              <a:ext uri="{FF2B5EF4-FFF2-40B4-BE49-F238E27FC236}">
                <a16:creationId xmlns:a16="http://schemas.microsoft.com/office/drawing/2014/main" id="{D84D5BFE-92B0-CDC2-184D-58DAC970BEE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511219" y="6042991"/>
            <a:ext cx="695739" cy="695739"/>
          </a:xfrm>
          <a:prstGeom prst="rect">
            <a:avLst/>
          </a:prstGeom>
        </p:spPr>
      </p:pic>
      <p:pic>
        <p:nvPicPr>
          <p:cNvPr id="19" name="Graphic 18" descr="Lightbulb and pencil with solid fill">
            <a:hlinkClick r:id="rId14" action="ppaction://hlinksldjump"/>
            <a:extLst>
              <a:ext uri="{FF2B5EF4-FFF2-40B4-BE49-F238E27FC236}">
                <a16:creationId xmlns:a16="http://schemas.microsoft.com/office/drawing/2014/main" id="{6E603AF1-C5E0-DFEA-2C03-C9BC020CE3B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771639" y="5993295"/>
            <a:ext cx="695739" cy="695739"/>
          </a:xfrm>
          <a:prstGeom prst="rect">
            <a:avLst/>
          </a:prstGeom>
        </p:spPr>
      </p:pic>
      <p:pic>
        <p:nvPicPr>
          <p:cNvPr id="20" name="Graphic 19" descr="Closed book with solid fill">
            <a:hlinkClick r:id="rId17" action="ppaction://hlinksldjump"/>
            <a:extLst>
              <a:ext uri="{FF2B5EF4-FFF2-40B4-BE49-F238E27FC236}">
                <a16:creationId xmlns:a16="http://schemas.microsoft.com/office/drawing/2014/main" id="{EB8428B2-24D3-C9EE-210D-E55D329D3E35}"/>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965173" y="6042991"/>
            <a:ext cx="695739" cy="695739"/>
          </a:xfrm>
          <a:prstGeom prst="rect">
            <a:avLst/>
          </a:prstGeom>
        </p:spPr>
      </p:pic>
      <p:sp>
        <p:nvSpPr>
          <p:cNvPr id="22" name="Rectangle: Rounded Corners 21">
            <a:hlinkClick r:id="rId20" action="ppaction://hlinksldjump"/>
            <a:extLst>
              <a:ext uri="{FF2B5EF4-FFF2-40B4-BE49-F238E27FC236}">
                <a16:creationId xmlns:a16="http://schemas.microsoft.com/office/drawing/2014/main" id="{4D3DEE7C-7232-2B4F-CC69-0AE18AE9DD71}"/>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3" name="Rectangle: Rounded Corners 22">
            <a:hlinkClick r:id="rId21" action="ppaction://hlinksldjump"/>
            <a:extLst>
              <a:ext uri="{FF2B5EF4-FFF2-40B4-BE49-F238E27FC236}">
                <a16:creationId xmlns:a16="http://schemas.microsoft.com/office/drawing/2014/main" id="{A239DA7F-AB14-98D9-7D55-FB42D588E50D}"/>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4" name="Rectangle 23">
            <a:hlinkClick r:id="rId22" action="ppaction://hlinksldjump"/>
            <a:extLst>
              <a:ext uri="{FF2B5EF4-FFF2-40B4-BE49-F238E27FC236}">
                <a16:creationId xmlns:a16="http://schemas.microsoft.com/office/drawing/2014/main" id="{6E63BA5D-CD67-A0DC-2797-D264D92DA4F7}"/>
              </a:ext>
            </a:extLst>
          </p:cNvPr>
          <p:cNvSpPr/>
          <p:nvPr/>
        </p:nvSpPr>
        <p:spPr>
          <a:xfrm>
            <a:off x="841748" y="1149532"/>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BACKGROUND OF </a:t>
            </a:r>
          </a:p>
          <a:p>
            <a:pPr algn="ctr"/>
            <a:r>
              <a:rPr lang="en-US" sz="2400" dirty="0">
                <a:solidFill>
                  <a:srgbClr val="FFB902"/>
                </a:solidFill>
                <a:latin typeface="Poppins Black" panose="00000A00000000000000" pitchFamily="2" charset="0"/>
                <a:cs typeface="Poppins Black" panose="00000A00000000000000" pitchFamily="2" charset="0"/>
              </a:rPr>
              <a:t>THE STUDY</a:t>
            </a:r>
          </a:p>
        </p:txBody>
      </p:sp>
      <p:sp>
        <p:nvSpPr>
          <p:cNvPr id="25" name="Rectangle 24">
            <a:hlinkClick r:id="rId23" action="ppaction://hlinksldjump"/>
            <a:extLst>
              <a:ext uri="{FF2B5EF4-FFF2-40B4-BE49-F238E27FC236}">
                <a16:creationId xmlns:a16="http://schemas.microsoft.com/office/drawing/2014/main" id="{EBE87E05-3B0C-46B8-131E-680F272A74BD}"/>
              </a:ext>
            </a:extLst>
          </p:cNvPr>
          <p:cNvSpPr/>
          <p:nvPr/>
        </p:nvSpPr>
        <p:spPr>
          <a:xfrm>
            <a:off x="841748" y="2346961"/>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MOTIVATION</a:t>
            </a:r>
          </a:p>
        </p:txBody>
      </p:sp>
      <p:sp>
        <p:nvSpPr>
          <p:cNvPr id="26" name="Rectangle 25">
            <a:hlinkClick r:id="rId24" action="ppaction://hlinksldjump"/>
            <a:extLst>
              <a:ext uri="{FF2B5EF4-FFF2-40B4-BE49-F238E27FC236}">
                <a16:creationId xmlns:a16="http://schemas.microsoft.com/office/drawing/2014/main" id="{92A178C6-1CE5-15F1-AE85-99B88694E73D}"/>
              </a:ext>
            </a:extLst>
          </p:cNvPr>
          <p:cNvSpPr/>
          <p:nvPr/>
        </p:nvSpPr>
        <p:spPr>
          <a:xfrm>
            <a:off x="841748" y="359597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OBJECTIVES</a:t>
            </a:r>
          </a:p>
        </p:txBody>
      </p:sp>
    </p:spTree>
    <p:extLst>
      <p:ext uri="{BB962C8B-B14F-4D97-AF65-F5344CB8AC3E}">
        <p14:creationId xmlns:p14="http://schemas.microsoft.com/office/powerpoint/2010/main" val="1132151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CCAFD95-C961-961A-B9A2-750F5BD8F321}"/>
              </a:ext>
            </a:extLst>
          </p:cNvPr>
          <p:cNvSpPr/>
          <p:nvPr/>
        </p:nvSpPr>
        <p:spPr>
          <a:xfrm>
            <a:off x="583096" y="841703"/>
            <a:ext cx="3689966" cy="4148309"/>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FCBB530-2150-629B-E3A8-39F1BB11F899}"/>
              </a:ext>
            </a:extLst>
          </p:cNvPr>
          <p:cNvSpPr txBox="1"/>
          <p:nvPr/>
        </p:nvSpPr>
        <p:spPr>
          <a:xfrm>
            <a:off x="5888162" y="1257727"/>
            <a:ext cx="5720742" cy="923330"/>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To automatically analyze source code and identify syntax, logical, and coding standard issues using AI techniques.</a:t>
            </a:r>
          </a:p>
        </p:txBody>
      </p:sp>
      <p:sp>
        <p:nvSpPr>
          <p:cNvPr id="16" name="TextBox 15">
            <a:extLst>
              <a:ext uri="{FF2B5EF4-FFF2-40B4-BE49-F238E27FC236}">
                <a16:creationId xmlns:a16="http://schemas.microsoft.com/office/drawing/2014/main" id="{E7B911C2-B358-4190-CA67-A695A8734A9E}"/>
              </a:ext>
            </a:extLst>
          </p:cNvPr>
          <p:cNvSpPr txBox="1"/>
          <p:nvPr/>
        </p:nvSpPr>
        <p:spPr>
          <a:xfrm>
            <a:off x="5888162" y="2520580"/>
            <a:ext cx="5720742" cy="923330"/>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To generate accurate fixes and optimized code suggestions with clear explanations for developers.</a:t>
            </a:r>
          </a:p>
        </p:txBody>
      </p:sp>
      <p:sp>
        <p:nvSpPr>
          <p:cNvPr id="17" name="TextBox 16">
            <a:extLst>
              <a:ext uri="{FF2B5EF4-FFF2-40B4-BE49-F238E27FC236}">
                <a16:creationId xmlns:a16="http://schemas.microsoft.com/office/drawing/2014/main" id="{6FA3BE19-2372-7117-648D-44C21F742AF2}"/>
              </a:ext>
            </a:extLst>
          </p:cNvPr>
          <p:cNvSpPr txBox="1"/>
          <p:nvPr/>
        </p:nvSpPr>
        <p:spPr>
          <a:xfrm>
            <a:off x="5888162" y="3783433"/>
            <a:ext cx="5720742" cy="923330"/>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To improve code quality, reduce manual review effort, and enhance developer productivity and learning.</a:t>
            </a:r>
          </a:p>
        </p:txBody>
      </p:sp>
      <p:pic>
        <p:nvPicPr>
          <p:cNvPr id="8" name="Graphic 7" descr="Checkmark with solid fill">
            <a:extLst>
              <a:ext uri="{FF2B5EF4-FFF2-40B4-BE49-F238E27FC236}">
                <a16:creationId xmlns:a16="http://schemas.microsoft.com/office/drawing/2014/main" id="{DFA29492-037A-7A48-646A-0D06939636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97587" y="1149532"/>
            <a:ext cx="914400" cy="914400"/>
          </a:xfrm>
          <a:prstGeom prst="rect">
            <a:avLst/>
          </a:prstGeom>
        </p:spPr>
      </p:pic>
      <p:pic>
        <p:nvPicPr>
          <p:cNvPr id="18" name="Graphic 17" descr="Checkmark with solid fill">
            <a:extLst>
              <a:ext uri="{FF2B5EF4-FFF2-40B4-BE49-F238E27FC236}">
                <a16:creationId xmlns:a16="http://schemas.microsoft.com/office/drawing/2014/main" id="{C408264C-3347-93A9-8D22-11F844794A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97587" y="2458657"/>
            <a:ext cx="914400" cy="914400"/>
          </a:xfrm>
          <a:prstGeom prst="rect">
            <a:avLst/>
          </a:prstGeom>
        </p:spPr>
      </p:pic>
      <p:pic>
        <p:nvPicPr>
          <p:cNvPr id="19" name="Graphic 18" descr="Checkmark with solid fill">
            <a:extLst>
              <a:ext uri="{FF2B5EF4-FFF2-40B4-BE49-F238E27FC236}">
                <a16:creationId xmlns:a16="http://schemas.microsoft.com/office/drawing/2014/main" id="{84012E1A-AB22-6AD0-E9C3-4560D896DC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97587" y="3674355"/>
            <a:ext cx="914400" cy="914400"/>
          </a:xfrm>
          <a:prstGeom prst="rect">
            <a:avLst/>
          </a:prstGeom>
        </p:spPr>
      </p:pic>
      <p:pic>
        <p:nvPicPr>
          <p:cNvPr id="13" name="Graphic 12" descr="Presentation with org chart with solid fill">
            <a:hlinkClick r:id="rId4" action="ppaction://hlinksldjump"/>
            <a:extLst>
              <a:ext uri="{FF2B5EF4-FFF2-40B4-BE49-F238E27FC236}">
                <a16:creationId xmlns:a16="http://schemas.microsoft.com/office/drawing/2014/main" id="{A0910247-57EB-8211-C398-B2A12459E87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85330" y="6054958"/>
            <a:ext cx="695739" cy="695739"/>
          </a:xfrm>
          <a:prstGeom prst="rect">
            <a:avLst/>
          </a:prstGeom>
        </p:spPr>
      </p:pic>
      <p:pic>
        <p:nvPicPr>
          <p:cNvPr id="14" name="Graphic 13" descr="Statistics with solid fill">
            <a:hlinkClick r:id="rId7" action="ppaction://hlinksldjump"/>
            <a:extLst>
              <a:ext uri="{FF2B5EF4-FFF2-40B4-BE49-F238E27FC236}">
                <a16:creationId xmlns:a16="http://schemas.microsoft.com/office/drawing/2014/main" id="{06158359-A9B1-D76E-9872-E59EF2D3910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11219" y="6042991"/>
            <a:ext cx="695739" cy="695739"/>
          </a:xfrm>
          <a:prstGeom prst="rect">
            <a:avLst/>
          </a:prstGeom>
        </p:spPr>
      </p:pic>
      <p:pic>
        <p:nvPicPr>
          <p:cNvPr id="20" name="Graphic 19" descr="Lightbulb and pencil with solid fill">
            <a:hlinkClick r:id="rId10" action="ppaction://hlinksldjump"/>
            <a:extLst>
              <a:ext uri="{FF2B5EF4-FFF2-40B4-BE49-F238E27FC236}">
                <a16:creationId xmlns:a16="http://schemas.microsoft.com/office/drawing/2014/main" id="{1B67F51F-E0D3-8650-9713-59682C14206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916248" y="6054958"/>
            <a:ext cx="695739" cy="695739"/>
          </a:xfrm>
          <a:prstGeom prst="rect">
            <a:avLst/>
          </a:prstGeom>
        </p:spPr>
      </p:pic>
      <p:pic>
        <p:nvPicPr>
          <p:cNvPr id="21" name="Graphic 20" descr="Closed book with solid fill">
            <a:hlinkClick r:id="rId13" action="ppaction://hlinksldjump"/>
            <a:extLst>
              <a:ext uri="{FF2B5EF4-FFF2-40B4-BE49-F238E27FC236}">
                <a16:creationId xmlns:a16="http://schemas.microsoft.com/office/drawing/2014/main" id="{CE61FE47-C0F7-6F8D-4EB6-705F97B5B03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965173" y="6042991"/>
            <a:ext cx="695739" cy="695739"/>
          </a:xfrm>
          <a:prstGeom prst="rect">
            <a:avLst/>
          </a:prstGeom>
        </p:spPr>
      </p:pic>
      <p:sp>
        <p:nvSpPr>
          <p:cNvPr id="23" name="Rectangle: Rounded Corners 22">
            <a:hlinkClick r:id="rId16" action="ppaction://hlinksldjump"/>
            <a:extLst>
              <a:ext uri="{FF2B5EF4-FFF2-40B4-BE49-F238E27FC236}">
                <a16:creationId xmlns:a16="http://schemas.microsoft.com/office/drawing/2014/main" id="{7F24E92C-1919-87A8-A338-7A01AC297B7D}"/>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4" name="Rectangle: Rounded Corners 23">
            <a:hlinkClick r:id="rId17" action="ppaction://hlinksldjump"/>
            <a:extLst>
              <a:ext uri="{FF2B5EF4-FFF2-40B4-BE49-F238E27FC236}">
                <a16:creationId xmlns:a16="http://schemas.microsoft.com/office/drawing/2014/main" id="{3510B3EB-BB1D-C90D-7F63-55DAFBFC8451}"/>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5" name="Rectangle 24">
            <a:hlinkClick r:id="rId18" action="ppaction://hlinksldjump"/>
            <a:extLst>
              <a:ext uri="{FF2B5EF4-FFF2-40B4-BE49-F238E27FC236}">
                <a16:creationId xmlns:a16="http://schemas.microsoft.com/office/drawing/2014/main" id="{C2E49B27-6A1C-F334-4464-8ADD633B5D65}"/>
              </a:ext>
            </a:extLst>
          </p:cNvPr>
          <p:cNvSpPr/>
          <p:nvPr/>
        </p:nvSpPr>
        <p:spPr>
          <a:xfrm>
            <a:off x="841748" y="1149532"/>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BACKGROUND OF </a:t>
            </a:r>
          </a:p>
          <a:p>
            <a:pPr algn="ctr"/>
            <a:r>
              <a:rPr lang="en-US" sz="2400" dirty="0">
                <a:solidFill>
                  <a:srgbClr val="FFB902"/>
                </a:solidFill>
                <a:latin typeface="Poppins Black" panose="00000A00000000000000" pitchFamily="2" charset="0"/>
                <a:cs typeface="Poppins Black" panose="00000A00000000000000" pitchFamily="2" charset="0"/>
              </a:rPr>
              <a:t>THE STUDY</a:t>
            </a:r>
          </a:p>
        </p:txBody>
      </p:sp>
      <p:sp>
        <p:nvSpPr>
          <p:cNvPr id="26" name="Rectangle 25">
            <a:hlinkClick r:id="rId19" action="ppaction://hlinksldjump"/>
            <a:extLst>
              <a:ext uri="{FF2B5EF4-FFF2-40B4-BE49-F238E27FC236}">
                <a16:creationId xmlns:a16="http://schemas.microsoft.com/office/drawing/2014/main" id="{4B247DB0-2C49-B303-0D45-6A1F5B9CE821}"/>
              </a:ext>
            </a:extLst>
          </p:cNvPr>
          <p:cNvSpPr/>
          <p:nvPr/>
        </p:nvSpPr>
        <p:spPr>
          <a:xfrm>
            <a:off x="841748" y="2346961"/>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MOTIVATION</a:t>
            </a:r>
          </a:p>
        </p:txBody>
      </p:sp>
      <p:sp>
        <p:nvSpPr>
          <p:cNvPr id="27" name="Rectangle 26">
            <a:hlinkClick r:id="rId20" action="ppaction://hlinksldjump"/>
            <a:extLst>
              <a:ext uri="{FF2B5EF4-FFF2-40B4-BE49-F238E27FC236}">
                <a16:creationId xmlns:a16="http://schemas.microsoft.com/office/drawing/2014/main" id="{5B9B90A4-022F-2CB2-DA4A-F4D96D18493B}"/>
              </a:ext>
            </a:extLst>
          </p:cNvPr>
          <p:cNvSpPr/>
          <p:nvPr/>
        </p:nvSpPr>
        <p:spPr>
          <a:xfrm>
            <a:off x="841748" y="359597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OBJECTIVES</a:t>
            </a:r>
          </a:p>
        </p:txBody>
      </p:sp>
    </p:spTree>
    <p:extLst>
      <p:ext uri="{BB962C8B-B14F-4D97-AF65-F5344CB8AC3E}">
        <p14:creationId xmlns:p14="http://schemas.microsoft.com/office/powerpoint/2010/main" val="232868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807765"/>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CCAFD95-C961-961A-B9A2-750F5BD8F321}"/>
              </a:ext>
            </a:extLst>
          </p:cNvPr>
          <p:cNvSpPr/>
          <p:nvPr/>
        </p:nvSpPr>
        <p:spPr>
          <a:xfrm>
            <a:off x="583096" y="397565"/>
            <a:ext cx="3689966" cy="4996070"/>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192B2C9-2A19-6EE4-8031-8456A2948801}"/>
              </a:ext>
            </a:extLst>
          </p:cNvPr>
          <p:cNvSpPr txBox="1"/>
          <p:nvPr/>
        </p:nvSpPr>
        <p:spPr>
          <a:xfrm>
            <a:off x="4428309" y="4377972"/>
            <a:ext cx="6317755" cy="1015663"/>
          </a:xfrm>
          <a:prstGeom prst="rect">
            <a:avLst/>
          </a:prstGeom>
          <a:noFill/>
        </p:spPr>
        <p:txBody>
          <a:bodyPr wrap="none" rtlCol="0">
            <a:spAutoFit/>
          </a:bodyPr>
          <a:lstStyle/>
          <a:p>
            <a:r>
              <a:rPr lang="en-US" sz="6000" dirty="0">
                <a:solidFill>
                  <a:srgbClr val="BB8A52"/>
                </a:solidFill>
                <a:latin typeface="Poppins Black" panose="00000A00000000000000" pitchFamily="2" charset="0"/>
                <a:cs typeface="Poppins Black" panose="00000A00000000000000" pitchFamily="2" charset="0"/>
              </a:rPr>
              <a:t>METHODOLOGY</a:t>
            </a:r>
            <a:endParaRPr lang="en-US" sz="7200" dirty="0">
              <a:solidFill>
                <a:srgbClr val="BB8A52"/>
              </a:solidFill>
              <a:latin typeface="Poppins Black" panose="00000A00000000000000" pitchFamily="2" charset="0"/>
              <a:cs typeface="Poppins Black" panose="00000A00000000000000" pitchFamily="2" charset="0"/>
            </a:endParaRPr>
          </a:p>
        </p:txBody>
      </p:sp>
      <p:sp>
        <p:nvSpPr>
          <p:cNvPr id="5" name="Rectangle 4">
            <a:hlinkClick r:id="rId2" action="ppaction://hlinksldjump"/>
            <a:extLst>
              <a:ext uri="{FF2B5EF4-FFF2-40B4-BE49-F238E27FC236}">
                <a16:creationId xmlns:a16="http://schemas.microsoft.com/office/drawing/2014/main" id="{5444A7C9-5295-CC89-76DA-63FE8D11296C}"/>
              </a:ext>
            </a:extLst>
          </p:cNvPr>
          <p:cNvSpPr/>
          <p:nvPr/>
        </p:nvSpPr>
        <p:spPr>
          <a:xfrm>
            <a:off x="841748" y="772035"/>
            <a:ext cx="3135086" cy="888814"/>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INNOVATION</a:t>
            </a:r>
          </a:p>
        </p:txBody>
      </p:sp>
      <p:sp>
        <p:nvSpPr>
          <p:cNvPr id="7" name="Rectangle 6">
            <a:hlinkClick r:id="rId3" action="ppaction://hlinksldjump"/>
            <a:extLst>
              <a:ext uri="{FF2B5EF4-FFF2-40B4-BE49-F238E27FC236}">
                <a16:creationId xmlns:a16="http://schemas.microsoft.com/office/drawing/2014/main" id="{1E7ABE24-741D-BE82-09AF-6D3E4F11A3A6}"/>
              </a:ext>
            </a:extLst>
          </p:cNvPr>
          <p:cNvSpPr/>
          <p:nvPr/>
        </p:nvSpPr>
        <p:spPr>
          <a:xfrm>
            <a:off x="841748" y="2444197"/>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PROJECT TOOLS</a:t>
            </a:r>
          </a:p>
        </p:txBody>
      </p:sp>
      <p:sp>
        <p:nvSpPr>
          <p:cNvPr id="9" name="Rectangle 8">
            <a:hlinkClick r:id="rId4" action="ppaction://hlinksldjump"/>
            <a:extLst>
              <a:ext uri="{FF2B5EF4-FFF2-40B4-BE49-F238E27FC236}">
                <a16:creationId xmlns:a16="http://schemas.microsoft.com/office/drawing/2014/main" id="{67923DB0-5A16-AF59-19A8-E396FBD7784F}"/>
              </a:ext>
            </a:extLst>
          </p:cNvPr>
          <p:cNvSpPr/>
          <p:nvPr/>
        </p:nvSpPr>
        <p:spPr>
          <a:xfrm>
            <a:off x="841748" y="405925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PROCEDURAL FRAMEWORK</a:t>
            </a:r>
          </a:p>
        </p:txBody>
      </p:sp>
      <p:pic>
        <p:nvPicPr>
          <p:cNvPr id="10" name="Graphic 9" descr="Presentation with org chart with solid fill">
            <a:hlinkClick r:id="rId5" action="ppaction://hlinksldjump"/>
            <a:extLst>
              <a:ext uri="{FF2B5EF4-FFF2-40B4-BE49-F238E27FC236}">
                <a16:creationId xmlns:a16="http://schemas.microsoft.com/office/drawing/2014/main" id="{9030FF7E-F60B-C0EF-32CC-BAEDBEFF4F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26085" y="6042991"/>
            <a:ext cx="695739" cy="695739"/>
          </a:xfrm>
          <a:prstGeom prst="rect">
            <a:avLst/>
          </a:prstGeom>
        </p:spPr>
      </p:pic>
      <p:pic>
        <p:nvPicPr>
          <p:cNvPr id="11" name="Graphic 10" descr="Statistics with solid fill">
            <a:hlinkClick r:id="rId8" action="ppaction://hlinksldjump"/>
            <a:extLst>
              <a:ext uri="{FF2B5EF4-FFF2-40B4-BE49-F238E27FC236}">
                <a16:creationId xmlns:a16="http://schemas.microsoft.com/office/drawing/2014/main" id="{71FB15ED-74C4-78E5-6AC1-3801D6707DC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11219" y="6042991"/>
            <a:ext cx="695739" cy="695739"/>
          </a:xfrm>
          <a:prstGeom prst="rect">
            <a:avLst/>
          </a:prstGeom>
        </p:spPr>
      </p:pic>
      <p:pic>
        <p:nvPicPr>
          <p:cNvPr id="12" name="Graphic 11" descr="Lightbulb and pencil with solid fill">
            <a:hlinkClick r:id="rId11" action="ppaction://hlinksldjump"/>
            <a:extLst>
              <a:ext uri="{FF2B5EF4-FFF2-40B4-BE49-F238E27FC236}">
                <a16:creationId xmlns:a16="http://schemas.microsoft.com/office/drawing/2014/main" id="{38E39F24-AE72-71C2-9BD3-968433DE9AC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805563" y="6042991"/>
            <a:ext cx="695739" cy="695739"/>
          </a:xfrm>
          <a:prstGeom prst="rect">
            <a:avLst/>
          </a:prstGeom>
        </p:spPr>
      </p:pic>
      <p:pic>
        <p:nvPicPr>
          <p:cNvPr id="13" name="Graphic 12" descr="Closed book with solid fill">
            <a:hlinkClick r:id="rId14" action="ppaction://hlinksldjump"/>
            <a:extLst>
              <a:ext uri="{FF2B5EF4-FFF2-40B4-BE49-F238E27FC236}">
                <a16:creationId xmlns:a16="http://schemas.microsoft.com/office/drawing/2014/main" id="{18C69503-9EEF-2D8C-2396-4780A514ADB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965173" y="6042991"/>
            <a:ext cx="695739" cy="695739"/>
          </a:xfrm>
          <a:prstGeom prst="rect">
            <a:avLst/>
          </a:prstGeom>
        </p:spPr>
      </p:pic>
      <p:sp>
        <p:nvSpPr>
          <p:cNvPr id="15" name="Rectangle: Rounded Corners 14">
            <a:hlinkClick r:id="rId17" action="ppaction://hlinksldjump"/>
            <a:extLst>
              <a:ext uri="{FF2B5EF4-FFF2-40B4-BE49-F238E27FC236}">
                <a16:creationId xmlns:a16="http://schemas.microsoft.com/office/drawing/2014/main" id="{A9AD5F27-F234-7BA9-106E-156A0ECB94E9}"/>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6" name="Rectangle: Rounded Corners 15">
            <a:hlinkClick r:id="rId18" action="ppaction://hlinksldjump"/>
            <a:extLst>
              <a:ext uri="{FF2B5EF4-FFF2-40B4-BE49-F238E27FC236}">
                <a16:creationId xmlns:a16="http://schemas.microsoft.com/office/drawing/2014/main" id="{C367BC20-73DD-85F6-1325-9E5FE07F590F}"/>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Tree>
    <p:extLst>
      <p:ext uri="{BB962C8B-B14F-4D97-AF65-F5344CB8AC3E}">
        <p14:creationId xmlns:p14="http://schemas.microsoft.com/office/powerpoint/2010/main" val="3396138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CCAFD95-C961-961A-B9A2-750F5BD8F321}"/>
              </a:ext>
            </a:extLst>
          </p:cNvPr>
          <p:cNvSpPr/>
          <p:nvPr/>
        </p:nvSpPr>
        <p:spPr>
          <a:xfrm>
            <a:off x="583096" y="397565"/>
            <a:ext cx="3689966" cy="4996070"/>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A73B63-09E5-799D-DCE4-CD512B17B74B}"/>
              </a:ext>
            </a:extLst>
          </p:cNvPr>
          <p:cNvSpPr/>
          <p:nvPr/>
        </p:nvSpPr>
        <p:spPr>
          <a:xfrm>
            <a:off x="4943061" y="466531"/>
            <a:ext cx="6281530" cy="4674635"/>
          </a:xfrm>
          <a:prstGeom prst="rect">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0" indent="-1143000">
              <a:buFont typeface="+mj-lt"/>
              <a:buAutoNum type="arabicPeriod"/>
            </a:pPr>
            <a:r>
              <a:rPr lang="en-US" sz="1900" dirty="0">
                <a:latin typeface="Poppins Black" panose="00000A00000000000000" pitchFamily="2" charset="0"/>
                <a:cs typeface="Poppins Black" panose="00000A00000000000000" pitchFamily="2" charset="0"/>
              </a:rPr>
              <a:t>Hybrid AI-Based Code Analysis: Combines static analysis with AI reasoning for accurate bug detection and code review.</a:t>
            </a:r>
          </a:p>
          <a:p>
            <a:pPr marL="1143000" indent="-1143000">
              <a:buFont typeface="+mj-lt"/>
              <a:buAutoNum type="arabicPeriod"/>
            </a:pPr>
            <a:r>
              <a:rPr lang="en-US" sz="1900" dirty="0">
                <a:latin typeface="Poppins Black" panose="00000A00000000000000" pitchFamily="2" charset="0"/>
                <a:cs typeface="Poppins Black" panose="00000A00000000000000" pitchFamily="2" charset="0"/>
              </a:rPr>
              <a:t>Language-Agnostic Design: Enables analysis across multiple programming languages without language-specific dependency.</a:t>
            </a:r>
          </a:p>
          <a:p>
            <a:pPr marL="1143000" indent="-1143000">
              <a:buFont typeface="+mj-lt"/>
              <a:buAutoNum type="arabicPeriod"/>
            </a:pPr>
            <a:r>
              <a:rPr lang="en-US" sz="1900" dirty="0">
                <a:latin typeface="Poppins Black" panose="00000A00000000000000" pitchFamily="2" charset="0"/>
                <a:cs typeface="Poppins Black" panose="00000A00000000000000" pitchFamily="2" charset="0"/>
              </a:rPr>
              <a:t>Explainable Auto-Fixing System: Provides human-readable explanations along with automated code fix suggestions.</a:t>
            </a:r>
          </a:p>
          <a:p>
            <a:pPr marL="1143000" indent="-1143000">
              <a:buFont typeface="+mj-lt"/>
              <a:buAutoNum type="arabicPeriod"/>
            </a:pPr>
            <a:endParaRPr lang="en-US" sz="1900" dirty="0">
              <a:latin typeface="Poppins Black" panose="00000A00000000000000" pitchFamily="2" charset="0"/>
              <a:cs typeface="Poppins Black" panose="00000A00000000000000" pitchFamily="2" charset="0"/>
            </a:endParaRPr>
          </a:p>
        </p:txBody>
      </p:sp>
      <p:pic>
        <p:nvPicPr>
          <p:cNvPr id="10" name="Graphic 9" descr="Presentation with org chart with solid fill">
            <a:hlinkClick r:id="rId2" action="ppaction://hlinksldjump"/>
            <a:extLst>
              <a:ext uri="{FF2B5EF4-FFF2-40B4-BE49-F238E27FC236}">
                <a16:creationId xmlns:a16="http://schemas.microsoft.com/office/drawing/2014/main" id="{C56F5426-EC4C-D80C-0DA5-0714944745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32725" y="6033050"/>
            <a:ext cx="695739" cy="695739"/>
          </a:xfrm>
          <a:prstGeom prst="rect">
            <a:avLst/>
          </a:prstGeom>
        </p:spPr>
      </p:pic>
      <p:pic>
        <p:nvPicPr>
          <p:cNvPr id="11" name="Graphic 10" descr="Statistics with solid fill">
            <a:hlinkClick r:id="rId5" action="ppaction://hlinksldjump"/>
            <a:extLst>
              <a:ext uri="{FF2B5EF4-FFF2-40B4-BE49-F238E27FC236}">
                <a16:creationId xmlns:a16="http://schemas.microsoft.com/office/drawing/2014/main" id="{FA14E9AE-CD11-E2D0-F486-FE45A74B14E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11219" y="6042991"/>
            <a:ext cx="695739" cy="695739"/>
          </a:xfrm>
          <a:prstGeom prst="rect">
            <a:avLst/>
          </a:prstGeom>
        </p:spPr>
      </p:pic>
      <p:pic>
        <p:nvPicPr>
          <p:cNvPr id="12" name="Graphic 11" descr="Lightbulb and pencil with solid fill">
            <a:hlinkClick r:id="rId8" action="ppaction://hlinksldjump"/>
            <a:extLst>
              <a:ext uri="{FF2B5EF4-FFF2-40B4-BE49-F238E27FC236}">
                <a16:creationId xmlns:a16="http://schemas.microsoft.com/office/drawing/2014/main" id="{0B978CEC-DA50-488D-67CE-D75C4C53902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7070" y="6033051"/>
            <a:ext cx="695739" cy="695739"/>
          </a:xfrm>
          <a:prstGeom prst="rect">
            <a:avLst/>
          </a:prstGeom>
        </p:spPr>
      </p:pic>
      <p:pic>
        <p:nvPicPr>
          <p:cNvPr id="13" name="Graphic 12" descr="Closed book with solid fill">
            <a:hlinkClick r:id="rId11" action="ppaction://hlinksldjump"/>
            <a:extLst>
              <a:ext uri="{FF2B5EF4-FFF2-40B4-BE49-F238E27FC236}">
                <a16:creationId xmlns:a16="http://schemas.microsoft.com/office/drawing/2014/main" id="{CD8CD236-75E2-F7D0-214F-6EFC76C6A7D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65173" y="6042991"/>
            <a:ext cx="695739" cy="695739"/>
          </a:xfrm>
          <a:prstGeom prst="rect">
            <a:avLst/>
          </a:prstGeom>
        </p:spPr>
      </p:pic>
      <p:sp>
        <p:nvSpPr>
          <p:cNvPr id="15" name="Rectangle: Rounded Corners 14">
            <a:hlinkClick r:id="rId14" action="ppaction://hlinksldjump"/>
            <a:extLst>
              <a:ext uri="{FF2B5EF4-FFF2-40B4-BE49-F238E27FC236}">
                <a16:creationId xmlns:a16="http://schemas.microsoft.com/office/drawing/2014/main" id="{4151E2B2-1312-ECB5-15F2-9CF6F0C063B4}"/>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6" name="Rectangle: Rounded Corners 15">
            <a:hlinkClick r:id="rId15" action="ppaction://hlinksldjump"/>
            <a:extLst>
              <a:ext uri="{FF2B5EF4-FFF2-40B4-BE49-F238E27FC236}">
                <a16:creationId xmlns:a16="http://schemas.microsoft.com/office/drawing/2014/main" id="{B83E2F72-8402-3C80-DB47-447274894F61}"/>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17" name="Rectangle 16">
            <a:hlinkClick r:id="rId16" action="ppaction://hlinksldjump"/>
            <a:extLst>
              <a:ext uri="{FF2B5EF4-FFF2-40B4-BE49-F238E27FC236}">
                <a16:creationId xmlns:a16="http://schemas.microsoft.com/office/drawing/2014/main" id="{66AF527B-87C9-B331-9E58-A78C8C3A7ED4}"/>
              </a:ext>
            </a:extLst>
          </p:cNvPr>
          <p:cNvSpPr/>
          <p:nvPr/>
        </p:nvSpPr>
        <p:spPr>
          <a:xfrm>
            <a:off x="841748" y="772034"/>
            <a:ext cx="3135086" cy="79834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INNOVATION</a:t>
            </a:r>
          </a:p>
        </p:txBody>
      </p:sp>
      <p:sp>
        <p:nvSpPr>
          <p:cNvPr id="18" name="Rectangle 17">
            <a:hlinkClick r:id="rId17" action="ppaction://hlinksldjump"/>
            <a:extLst>
              <a:ext uri="{FF2B5EF4-FFF2-40B4-BE49-F238E27FC236}">
                <a16:creationId xmlns:a16="http://schemas.microsoft.com/office/drawing/2014/main" id="{D828BDED-73A6-E4D3-F725-852CF0233C29}"/>
              </a:ext>
            </a:extLst>
          </p:cNvPr>
          <p:cNvSpPr/>
          <p:nvPr/>
        </p:nvSpPr>
        <p:spPr>
          <a:xfrm>
            <a:off x="841748" y="2281289"/>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PROJECT TOOLS</a:t>
            </a:r>
          </a:p>
        </p:txBody>
      </p:sp>
      <p:sp>
        <p:nvSpPr>
          <p:cNvPr id="20" name="Rectangle 19">
            <a:hlinkClick r:id="rId18" action="ppaction://hlinksldjump"/>
            <a:extLst>
              <a:ext uri="{FF2B5EF4-FFF2-40B4-BE49-F238E27FC236}">
                <a16:creationId xmlns:a16="http://schemas.microsoft.com/office/drawing/2014/main" id="{D6398B1B-49D2-C1C9-2F36-66BF7221DA5F}"/>
              </a:ext>
            </a:extLst>
          </p:cNvPr>
          <p:cNvSpPr/>
          <p:nvPr/>
        </p:nvSpPr>
        <p:spPr>
          <a:xfrm>
            <a:off x="841748" y="405925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PROCEDURAL FRAMEWORK</a:t>
            </a:r>
          </a:p>
        </p:txBody>
      </p:sp>
    </p:spTree>
    <p:extLst>
      <p:ext uri="{BB962C8B-B14F-4D97-AF65-F5344CB8AC3E}">
        <p14:creationId xmlns:p14="http://schemas.microsoft.com/office/powerpoint/2010/main" val="3411862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CCAFD95-C961-961A-B9A2-750F5BD8F321}"/>
              </a:ext>
            </a:extLst>
          </p:cNvPr>
          <p:cNvSpPr/>
          <p:nvPr/>
        </p:nvSpPr>
        <p:spPr>
          <a:xfrm>
            <a:off x="583096" y="397565"/>
            <a:ext cx="3689966" cy="4996070"/>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A73B63-09E5-799D-DCE4-CD512B17B74B}"/>
              </a:ext>
            </a:extLst>
          </p:cNvPr>
          <p:cNvSpPr/>
          <p:nvPr/>
        </p:nvSpPr>
        <p:spPr>
          <a:xfrm>
            <a:off x="4926563" y="397565"/>
            <a:ext cx="6690619" cy="4818573"/>
          </a:xfrm>
          <a:prstGeom prst="rect">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latin typeface="Poppins Black" panose="00000A00000000000000" pitchFamily="2" charset="0"/>
                <a:cs typeface="Poppins Black" panose="00000A00000000000000" pitchFamily="2" charset="0"/>
              </a:rPr>
              <a:t>Frontend:-</a:t>
            </a:r>
          </a:p>
          <a:p>
            <a:r>
              <a:rPr lang="en-US" sz="1400" dirty="0">
                <a:latin typeface="Poppins Black" panose="00000A00000000000000" pitchFamily="2" charset="0"/>
                <a:cs typeface="Poppins Black" panose="00000A00000000000000" pitchFamily="2" charset="0"/>
              </a:rPr>
              <a:t>HTML, CSS, JavaScript</a:t>
            </a:r>
          </a:p>
          <a:p>
            <a:r>
              <a:rPr lang="en-US" sz="1400" dirty="0">
                <a:latin typeface="Poppins Black" panose="00000A00000000000000" pitchFamily="2" charset="0"/>
                <a:cs typeface="Poppins Black" panose="00000A00000000000000" pitchFamily="2" charset="0"/>
              </a:rPr>
              <a:t>React.js (for interactive UI)</a:t>
            </a:r>
            <a:endParaRPr lang="en-US" sz="900" dirty="0">
              <a:latin typeface="Poppins Black" panose="00000A00000000000000" pitchFamily="2" charset="0"/>
              <a:cs typeface="Poppins Black" panose="00000A00000000000000" pitchFamily="2" charset="0"/>
            </a:endParaRPr>
          </a:p>
          <a:p>
            <a:endParaRPr lang="en-US" sz="700" dirty="0">
              <a:latin typeface="Poppins Black" panose="00000A00000000000000" pitchFamily="2" charset="0"/>
              <a:cs typeface="Poppins Black" panose="00000A00000000000000" pitchFamily="2" charset="0"/>
            </a:endParaRPr>
          </a:p>
          <a:p>
            <a:r>
              <a:rPr lang="en-US" sz="1400" dirty="0">
                <a:latin typeface="Poppins Black" panose="00000A00000000000000" pitchFamily="2" charset="0"/>
                <a:cs typeface="Poppins Black" panose="00000A00000000000000" pitchFamily="2" charset="0"/>
              </a:rPr>
              <a:t>Backend:-</a:t>
            </a:r>
          </a:p>
          <a:p>
            <a:r>
              <a:rPr lang="en-US" sz="1400" dirty="0">
                <a:latin typeface="Poppins Black" panose="00000A00000000000000" pitchFamily="2" charset="0"/>
                <a:cs typeface="Poppins Black" panose="00000A00000000000000" pitchFamily="2" charset="0"/>
              </a:rPr>
              <a:t>Python</a:t>
            </a:r>
          </a:p>
          <a:p>
            <a:r>
              <a:rPr lang="en-US" sz="1400" dirty="0">
                <a:latin typeface="Poppins Black" panose="00000A00000000000000" pitchFamily="2" charset="0"/>
                <a:cs typeface="Poppins Black" panose="00000A00000000000000" pitchFamily="2" charset="0"/>
              </a:rPr>
              <a:t>Flask / DJANGO(API development)</a:t>
            </a:r>
          </a:p>
          <a:p>
            <a:endParaRPr lang="en-US" sz="700" dirty="0">
              <a:latin typeface="Poppins Black" panose="00000A00000000000000" pitchFamily="2" charset="0"/>
              <a:cs typeface="Poppins Black" panose="00000A00000000000000" pitchFamily="2" charset="0"/>
            </a:endParaRPr>
          </a:p>
          <a:p>
            <a:r>
              <a:rPr lang="en-US" sz="1400" dirty="0">
                <a:latin typeface="Poppins Black" panose="00000A00000000000000" pitchFamily="2" charset="0"/>
                <a:cs typeface="Poppins Black" panose="00000A00000000000000" pitchFamily="2" charset="0"/>
              </a:rPr>
              <a:t>AI / Code Analysis:-</a:t>
            </a:r>
          </a:p>
          <a:p>
            <a:r>
              <a:rPr lang="en-US" sz="1400" dirty="0">
                <a:latin typeface="Poppins Black" panose="00000A00000000000000" pitchFamily="2" charset="0"/>
                <a:cs typeface="Poppins Black" panose="00000A00000000000000" pitchFamily="2" charset="0"/>
              </a:rPr>
              <a:t>Large Language Models (LLMs) for code review</a:t>
            </a:r>
          </a:p>
          <a:p>
            <a:r>
              <a:rPr lang="en-US" sz="1400" dirty="0">
                <a:latin typeface="Poppins Black" panose="00000A00000000000000" pitchFamily="2" charset="0"/>
                <a:cs typeface="Poppins Black" panose="00000A00000000000000" pitchFamily="2" charset="0"/>
              </a:rPr>
              <a:t>Static Code Analysis techniques</a:t>
            </a:r>
          </a:p>
          <a:p>
            <a:r>
              <a:rPr lang="en-US" sz="1400" dirty="0">
                <a:latin typeface="Poppins Black" panose="00000A00000000000000" pitchFamily="2" charset="0"/>
                <a:cs typeface="Poppins Black" panose="00000A00000000000000" pitchFamily="2" charset="0"/>
              </a:rPr>
              <a:t>Rule-based and ML-based bug detection</a:t>
            </a:r>
          </a:p>
          <a:p>
            <a:endParaRPr lang="en-US" sz="700" dirty="0">
              <a:latin typeface="Poppins Black" panose="00000A00000000000000" pitchFamily="2" charset="0"/>
              <a:cs typeface="Poppins Black" panose="00000A00000000000000" pitchFamily="2" charset="0"/>
            </a:endParaRPr>
          </a:p>
          <a:p>
            <a:r>
              <a:rPr lang="en-US" sz="1400" dirty="0">
                <a:latin typeface="Poppins Black" panose="00000A00000000000000" pitchFamily="2" charset="0"/>
                <a:cs typeface="Poppins Black" panose="00000A00000000000000" pitchFamily="2" charset="0"/>
              </a:rPr>
              <a:t>Database:-</a:t>
            </a:r>
          </a:p>
          <a:p>
            <a:r>
              <a:rPr lang="en-US" sz="1400" dirty="0">
                <a:latin typeface="Poppins Black" panose="00000A00000000000000" pitchFamily="2" charset="0"/>
                <a:cs typeface="Poppins Black" panose="00000A00000000000000" pitchFamily="2" charset="0"/>
              </a:rPr>
              <a:t>PostgreSQL / MongoDB (store code, results, logs)</a:t>
            </a:r>
          </a:p>
          <a:p>
            <a:r>
              <a:rPr lang="en-US" sz="1400" dirty="0">
                <a:latin typeface="Poppins Black" panose="00000A00000000000000" pitchFamily="2" charset="0"/>
                <a:cs typeface="Poppins Black" panose="00000A00000000000000" pitchFamily="2" charset="0"/>
              </a:rPr>
              <a:t>Cloud Deployment</a:t>
            </a:r>
          </a:p>
          <a:p>
            <a:endParaRPr lang="en-US" sz="700" dirty="0">
              <a:latin typeface="Poppins Black" panose="00000A00000000000000" pitchFamily="2" charset="0"/>
              <a:cs typeface="Poppins Black" panose="00000A00000000000000" pitchFamily="2" charset="0"/>
            </a:endParaRPr>
          </a:p>
          <a:p>
            <a:r>
              <a:rPr lang="en-US" sz="1400" dirty="0">
                <a:latin typeface="Poppins Black" panose="00000A00000000000000" pitchFamily="2" charset="0"/>
                <a:cs typeface="Poppins Black" panose="00000A00000000000000" pitchFamily="2" charset="0"/>
              </a:rPr>
              <a:t>Cloud Platform: AWS / Google Cloud / Microsoft Azure</a:t>
            </a:r>
          </a:p>
          <a:p>
            <a:r>
              <a:rPr lang="en-US" sz="1400" dirty="0">
                <a:latin typeface="Poppins Black" panose="00000A00000000000000" pitchFamily="2" charset="0"/>
                <a:cs typeface="Poppins Black" panose="00000A00000000000000" pitchFamily="2" charset="0"/>
              </a:rPr>
              <a:t>Containerization: Docker</a:t>
            </a:r>
          </a:p>
          <a:p>
            <a:r>
              <a:rPr lang="en-US" sz="1400" dirty="0">
                <a:latin typeface="Poppins Black" panose="00000A00000000000000" pitchFamily="2" charset="0"/>
                <a:cs typeface="Poppins Black" panose="00000A00000000000000" pitchFamily="2" charset="0"/>
              </a:rPr>
              <a:t>Hosting: Cloud VM / App Engine / ECS</a:t>
            </a:r>
          </a:p>
          <a:p>
            <a:r>
              <a:rPr lang="en-US" sz="1400" dirty="0">
                <a:latin typeface="Poppins Black" panose="00000A00000000000000" pitchFamily="2" charset="0"/>
                <a:cs typeface="Poppins Black" panose="00000A00000000000000" pitchFamily="2" charset="0"/>
              </a:rPr>
              <a:t>Storage: Cloud Object Storage</a:t>
            </a:r>
          </a:p>
          <a:p>
            <a:r>
              <a:rPr lang="en-US" sz="1400" dirty="0">
                <a:latin typeface="Poppins Black" panose="00000A00000000000000" pitchFamily="2" charset="0"/>
                <a:cs typeface="Poppins Black" panose="00000A00000000000000" pitchFamily="2" charset="0"/>
              </a:rPr>
              <a:t>CI/CD (optional): GitHub Actions</a:t>
            </a:r>
          </a:p>
          <a:p>
            <a:endParaRPr lang="en-US" sz="1400" dirty="0">
              <a:latin typeface="Poppins Black" panose="00000A00000000000000" pitchFamily="2" charset="0"/>
              <a:cs typeface="Poppins Black" panose="00000A00000000000000" pitchFamily="2" charset="0"/>
            </a:endParaRPr>
          </a:p>
        </p:txBody>
      </p:sp>
      <p:pic>
        <p:nvPicPr>
          <p:cNvPr id="13" name="Graphic 12" descr="Presentation with org chart with solid fill">
            <a:hlinkClick r:id="rId2" action="ppaction://hlinksldjump"/>
            <a:extLst>
              <a:ext uri="{FF2B5EF4-FFF2-40B4-BE49-F238E27FC236}">
                <a16:creationId xmlns:a16="http://schemas.microsoft.com/office/drawing/2014/main" id="{F1758BCB-2CE5-DD89-4C33-2DB2FE5357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23956" y="6042991"/>
            <a:ext cx="695739" cy="695739"/>
          </a:xfrm>
          <a:prstGeom prst="rect">
            <a:avLst/>
          </a:prstGeom>
        </p:spPr>
      </p:pic>
      <p:pic>
        <p:nvPicPr>
          <p:cNvPr id="14" name="Graphic 13" descr="Statistics with solid fill">
            <a:hlinkClick r:id="rId5" action="ppaction://hlinksldjump"/>
            <a:extLst>
              <a:ext uri="{FF2B5EF4-FFF2-40B4-BE49-F238E27FC236}">
                <a16:creationId xmlns:a16="http://schemas.microsoft.com/office/drawing/2014/main" id="{9E38AF13-392F-CBA7-7C2D-9C2DEA39ABE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11219" y="6042991"/>
            <a:ext cx="695739" cy="695739"/>
          </a:xfrm>
          <a:prstGeom prst="rect">
            <a:avLst/>
          </a:prstGeom>
        </p:spPr>
      </p:pic>
      <p:pic>
        <p:nvPicPr>
          <p:cNvPr id="15" name="Graphic 14" descr="Lightbulb and pencil with solid fill">
            <a:hlinkClick r:id="rId8" action="ppaction://hlinksldjump"/>
            <a:extLst>
              <a:ext uri="{FF2B5EF4-FFF2-40B4-BE49-F238E27FC236}">
                <a16:creationId xmlns:a16="http://schemas.microsoft.com/office/drawing/2014/main" id="{EED65F47-525E-9442-DBE4-2D6E3FD0017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8693" y="6042990"/>
            <a:ext cx="695739" cy="695739"/>
          </a:xfrm>
          <a:prstGeom prst="rect">
            <a:avLst/>
          </a:prstGeom>
        </p:spPr>
      </p:pic>
      <p:pic>
        <p:nvPicPr>
          <p:cNvPr id="16" name="Graphic 15" descr="Closed book with solid fill">
            <a:hlinkClick r:id="rId11" action="ppaction://hlinksldjump"/>
            <a:extLst>
              <a:ext uri="{FF2B5EF4-FFF2-40B4-BE49-F238E27FC236}">
                <a16:creationId xmlns:a16="http://schemas.microsoft.com/office/drawing/2014/main" id="{81A6F678-2FE0-BAEA-8986-7848E3BD404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65173" y="6042991"/>
            <a:ext cx="695739" cy="695739"/>
          </a:xfrm>
          <a:prstGeom prst="rect">
            <a:avLst/>
          </a:prstGeom>
        </p:spPr>
      </p:pic>
      <p:sp>
        <p:nvSpPr>
          <p:cNvPr id="18" name="Rectangle: Rounded Corners 17">
            <a:hlinkClick r:id="rId14" action="ppaction://hlinksldjump"/>
            <a:extLst>
              <a:ext uri="{FF2B5EF4-FFF2-40B4-BE49-F238E27FC236}">
                <a16:creationId xmlns:a16="http://schemas.microsoft.com/office/drawing/2014/main" id="{B5A0DB9D-6516-3C0C-AECA-045DC09A1DC9}"/>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9" name="Rectangle: Rounded Corners 18">
            <a:hlinkClick r:id="rId15" action="ppaction://hlinksldjump"/>
            <a:extLst>
              <a:ext uri="{FF2B5EF4-FFF2-40B4-BE49-F238E27FC236}">
                <a16:creationId xmlns:a16="http://schemas.microsoft.com/office/drawing/2014/main" id="{3D0EC3AC-F591-7C7A-62AA-86806F74F787}"/>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0" name="Rectangle 19">
            <a:hlinkClick r:id="rId16" action="ppaction://hlinksldjump"/>
            <a:extLst>
              <a:ext uri="{FF2B5EF4-FFF2-40B4-BE49-F238E27FC236}">
                <a16:creationId xmlns:a16="http://schemas.microsoft.com/office/drawing/2014/main" id="{35F35C3B-3C28-1C09-F40D-0694022BD556}"/>
              </a:ext>
            </a:extLst>
          </p:cNvPr>
          <p:cNvSpPr/>
          <p:nvPr/>
        </p:nvSpPr>
        <p:spPr>
          <a:xfrm>
            <a:off x="841748" y="772034"/>
            <a:ext cx="3135086" cy="907475"/>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INNOVATION</a:t>
            </a:r>
          </a:p>
        </p:txBody>
      </p:sp>
      <p:sp>
        <p:nvSpPr>
          <p:cNvPr id="21" name="Rectangle 20">
            <a:hlinkClick r:id="rId17" action="ppaction://hlinksldjump"/>
            <a:extLst>
              <a:ext uri="{FF2B5EF4-FFF2-40B4-BE49-F238E27FC236}">
                <a16:creationId xmlns:a16="http://schemas.microsoft.com/office/drawing/2014/main" id="{D6776654-87E4-1AD0-E8BB-D11B55BA5D4B}"/>
              </a:ext>
            </a:extLst>
          </p:cNvPr>
          <p:cNvSpPr/>
          <p:nvPr/>
        </p:nvSpPr>
        <p:spPr>
          <a:xfrm>
            <a:off x="860536" y="2399211"/>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PROJECT TOOLS</a:t>
            </a:r>
          </a:p>
        </p:txBody>
      </p:sp>
      <p:sp>
        <p:nvSpPr>
          <p:cNvPr id="23" name="Rectangle 22">
            <a:hlinkClick r:id="rId18" action="ppaction://hlinksldjump"/>
            <a:extLst>
              <a:ext uri="{FF2B5EF4-FFF2-40B4-BE49-F238E27FC236}">
                <a16:creationId xmlns:a16="http://schemas.microsoft.com/office/drawing/2014/main" id="{D650CAD7-B72C-5FFF-15DF-B89BA85E9F2C}"/>
              </a:ext>
            </a:extLst>
          </p:cNvPr>
          <p:cNvSpPr/>
          <p:nvPr/>
        </p:nvSpPr>
        <p:spPr>
          <a:xfrm>
            <a:off x="841748" y="405925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PROCEDURAL FRAMEWORK</a:t>
            </a:r>
          </a:p>
        </p:txBody>
      </p:sp>
    </p:spTree>
    <p:extLst>
      <p:ext uri="{BB962C8B-B14F-4D97-AF65-F5344CB8AC3E}">
        <p14:creationId xmlns:p14="http://schemas.microsoft.com/office/powerpoint/2010/main" val="2045839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831308"/>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CCAFD95-C961-961A-B9A2-750F5BD8F321}"/>
              </a:ext>
            </a:extLst>
          </p:cNvPr>
          <p:cNvSpPr/>
          <p:nvPr/>
        </p:nvSpPr>
        <p:spPr>
          <a:xfrm>
            <a:off x="583096" y="397565"/>
            <a:ext cx="3689966" cy="4996070"/>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Presentation with org chart with solid fill">
            <a:hlinkClick r:id="rId2" action="ppaction://hlinksldjump"/>
            <a:extLst>
              <a:ext uri="{FF2B5EF4-FFF2-40B4-BE49-F238E27FC236}">
                <a16:creationId xmlns:a16="http://schemas.microsoft.com/office/drawing/2014/main" id="{CA2A6B04-5E58-B770-7393-9DA9A9B9D9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00802" y="6042989"/>
            <a:ext cx="695739" cy="695739"/>
          </a:xfrm>
          <a:prstGeom prst="rect">
            <a:avLst/>
          </a:prstGeom>
        </p:spPr>
      </p:pic>
      <p:pic>
        <p:nvPicPr>
          <p:cNvPr id="19" name="Graphic 18" descr="Statistics with solid fill">
            <a:hlinkClick r:id="rId5" action="ppaction://hlinksldjump"/>
            <a:extLst>
              <a:ext uri="{FF2B5EF4-FFF2-40B4-BE49-F238E27FC236}">
                <a16:creationId xmlns:a16="http://schemas.microsoft.com/office/drawing/2014/main" id="{E2079A4E-C851-1D27-CCA1-A60F801CBFC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11219" y="6042991"/>
            <a:ext cx="695739" cy="695739"/>
          </a:xfrm>
          <a:prstGeom prst="rect">
            <a:avLst/>
          </a:prstGeom>
        </p:spPr>
      </p:pic>
      <p:pic>
        <p:nvPicPr>
          <p:cNvPr id="20" name="Graphic 19" descr="Lightbulb and pencil with solid fill">
            <a:hlinkClick r:id="rId8" action="ppaction://hlinksldjump"/>
            <a:extLst>
              <a:ext uri="{FF2B5EF4-FFF2-40B4-BE49-F238E27FC236}">
                <a16:creationId xmlns:a16="http://schemas.microsoft.com/office/drawing/2014/main" id="{5C44523D-037D-1B42-6DE5-39B8BBFF1BF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55441" y="6065439"/>
            <a:ext cx="695739" cy="695739"/>
          </a:xfrm>
          <a:prstGeom prst="rect">
            <a:avLst/>
          </a:prstGeom>
        </p:spPr>
      </p:pic>
      <p:pic>
        <p:nvPicPr>
          <p:cNvPr id="21" name="Graphic 20" descr="Closed book with solid fill">
            <a:hlinkClick r:id="rId11" action="ppaction://hlinksldjump"/>
            <a:extLst>
              <a:ext uri="{FF2B5EF4-FFF2-40B4-BE49-F238E27FC236}">
                <a16:creationId xmlns:a16="http://schemas.microsoft.com/office/drawing/2014/main" id="{A27EEFC2-1D28-EBAC-9DB2-A0609216357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65173" y="6042991"/>
            <a:ext cx="695739" cy="695739"/>
          </a:xfrm>
          <a:prstGeom prst="rect">
            <a:avLst/>
          </a:prstGeom>
        </p:spPr>
      </p:pic>
      <p:sp>
        <p:nvSpPr>
          <p:cNvPr id="23" name="Rectangle: Rounded Corners 22">
            <a:hlinkClick r:id="rId14" action="ppaction://hlinksldjump"/>
            <a:extLst>
              <a:ext uri="{FF2B5EF4-FFF2-40B4-BE49-F238E27FC236}">
                <a16:creationId xmlns:a16="http://schemas.microsoft.com/office/drawing/2014/main" id="{5E97D87D-96CD-7178-A358-62F599A18FA3}"/>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4" name="Rectangle: Rounded Corners 23">
            <a:hlinkClick r:id="rId15" action="ppaction://hlinksldjump"/>
            <a:extLst>
              <a:ext uri="{FF2B5EF4-FFF2-40B4-BE49-F238E27FC236}">
                <a16:creationId xmlns:a16="http://schemas.microsoft.com/office/drawing/2014/main" id="{D0B11970-0B19-C156-E888-F1B145B86ACB}"/>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5" name="Rectangle 24">
            <a:hlinkClick r:id="rId16" action="ppaction://hlinksldjump"/>
            <a:extLst>
              <a:ext uri="{FF2B5EF4-FFF2-40B4-BE49-F238E27FC236}">
                <a16:creationId xmlns:a16="http://schemas.microsoft.com/office/drawing/2014/main" id="{6E5AB168-082B-CFE4-E22E-632178805C76}"/>
              </a:ext>
            </a:extLst>
          </p:cNvPr>
          <p:cNvSpPr/>
          <p:nvPr/>
        </p:nvSpPr>
        <p:spPr>
          <a:xfrm>
            <a:off x="841748" y="772035"/>
            <a:ext cx="3135086" cy="926136"/>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INNOVATION</a:t>
            </a:r>
          </a:p>
        </p:txBody>
      </p:sp>
      <p:sp>
        <p:nvSpPr>
          <p:cNvPr id="26" name="Rectangle 25">
            <a:hlinkClick r:id="rId17" action="ppaction://hlinksldjump"/>
            <a:extLst>
              <a:ext uri="{FF2B5EF4-FFF2-40B4-BE49-F238E27FC236}">
                <a16:creationId xmlns:a16="http://schemas.microsoft.com/office/drawing/2014/main" id="{63A4BA47-5BAF-FFCC-F642-92E7F88003C3}"/>
              </a:ext>
            </a:extLst>
          </p:cNvPr>
          <p:cNvSpPr/>
          <p:nvPr/>
        </p:nvSpPr>
        <p:spPr>
          <a:xfrm>
            <a:off x="910614" y="2324943"/>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PROJECT TOOLS</a:t>
            </a:r>
          </a:p>
        </p:txBody>
      </p:sp>
      <p:sp>
        <p:nvSpPr>
          <p:cNvPr id="28" name="Rectangle 27">
            <a:hlinkClick r:id="rId18" action="ppaction://hlinksldjump"/>
            <a:extLst>
              <a:ext uri="{FF2B5EF4-FFF2-40B4-BE49-F238E27FC236}">
                <a16:creationId xmlns:a16="http://schemas.microsoft.com/office/drawing/2014/main" id="{03C17EB9-1F44-6070-DCAD-E52A422C23AC}"/>
              </a:ext>
            </a:extLst>
          </p:cNvPr>
          <p:cNvSpPr/>
          <p:nvPr/>
        </p:nvSpPr>
        <p:spPr>
          <a:xfrm>
            <a:off x="841748" y="405925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PROCEDURAL FRAMEWORK</a:t>
            </a:r>
          </a:p>
        </p:txBody>
      </p:sp>
      <p:sp>
        <p:nvSpPr>
          <p:cNvPr id="4" name="Rectangle: Rounded Corners 3">
            <a:extLst>
              <a:ext uri="{FF2B5EF4-FFF2-40B4-BE49-F238E27FC236}">
                <a16:creationId xmlns:a16="http://schemas.microsoft.com/office/drawing/2014/main" id="{AD4F2F8A-8C8A-B779-6BAC-C8C33ABC47F4}"/>
              </a:ext>
            </a:extLst>
          </p:cNvPr>
          <p:cNvSpPr/>
          <p:nvPr/>
        </p:nvSpPr>
        <p:spPr>
          <a:xfrm>
            <a:off x="4654456" y="576092"/>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Poppins" panose="00000500000000000000" pitchFamily="2" charset="0"/>
                <a:cs typeface="Poppins" panose="00000500000000000000" pitchFamily="2" charset="0"/>
              </a:rPr>
              <a:t>User Submits Source Code</a:t>
            </a:r>
          </a:p>
        </p:txBody>
      </p:sp>
      <p:sp>
        <p:nvSpPr>
          <p:cNvPr id="5" name="Rectangle: Rounded Corners 4">
            <a:extLst>
              <a:ext uri="{FF2B5EF4-FFF2-40B4-BE49-F238E27FC236}">
                <a16:creationId xmlns:a16="http://schemas.microsoft.com/office/drawing/2014/main" id="{CA8E988D-35AA-7567-E5DE-84C6EE09D058}"/>
              </a:ext>
            </a:extLst>
          </p:cNvPr>
          <p:cNvSpPr/>
          <p:nvPr/>
        </p:nvSpPr>
        <p:spPr>
          <a:xfrm>
            <a:off x="10790361" y="2516155"/>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latin typeface="Poppins" panose="00000500000000000000" pitchFamily="2" charset="0"/>
                <a:cs typeface="Poppins" panose="00000500000000000000" pitchFamily="2" charset="0"/>
              </a:rPr>
              <a:t>Database</a:t>
            </a:r>
          </a:p>
        </p:txBody>
      </p:sp>
      <p:sp>
        <p:nvSpPr>
          <p:cNvPr id="6" name="Rectangle: Rounded Corners 5">
            <a:extLst>
              <a:ext uri="{FF2B5EF4-FFF2-40B4-BE49-F238E27FC236}">
                <a16:creationId xmlns:a16="http://schemas.microsoft.com/office/drawing/2014/main" id="{C6053329-E35C-B69B-9408-BE52E336DA40}"/>
              </a:ext>
            </a:extLst>
          </p:cNvPr>
          <p:cNvSpPr/>
          <p:nvPr/>
        </p:nvSpPr>
        <p:spPr>
          <a:xfrm>
            <a:off x="8879497" y="2505444"/>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Poppins" panose="00000500000000000000" pitchFamily="2" charset="0"/>
                <a:cs typeface="Poppins" panose="00000500000000000000" pitchFamily="2" charset="0"/>
              </a:rPr>
              <a:t>Explanation Agent</a:t>
            </a:r>
          </a:p>
        </p:txBody>
      </p:sp>
      <p:sp>
        <p:nvSpPr>
          <p:cNvPr id="7" name="Rectangle: Rounded Corners 6">
            <a:extLst>
              <a:ext uri="{FF2B5EF4-FFF2-40B4-BE49-F238E27FC236}">
                <a16:creationId xmlns:a16="http://schemas.microsoft.com/office/drawing/2014/main" id="{B0DD17CA-4463-425B-F405-945284C57000}"/>
              </a:ext>
            </a:extLst>
          </p:cNvPr>
          <p:cNvSpPr/>
          <p:nvPr/>
        </p:nvSpPr>
        <p:spPr>
          <a:xfrm>
            <a:off x="5120820" y="2505444"/>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latin typeface="Poppins" panose="00000500000000000000" pitchFamily="2" charset="0"/>
                <a:cs typeface="Poppins" panose="00000500000000000000" pitchFamily="2" charset="0"/>
              </a:rPr>
              <a:t>Code Review Agent</a:t>
            </a:r>
          </a:p>
        </p:txBody>
      </p:sp>
      <p:sp>
        <p:nvSpPr>
          <p:cNvPr id="8" name="Rectangle: Rounded Corners 7">
            <a:extLst>
              <a:ext uri="{FF2B5EF4-FFF2-40B4-BE49-F238E27FC236}">
                <a16:creationId xmlns:a16="http://schemas.microsoft.com/office/drawing/2014/main" id="{A6173051-F57C-46D4-C2B5-8EB91E121D07}"/>
              </a:ext>
            </a:extLst>
          </p:cNvPr>
          <p:cNvSpPr/>
          <p:nvPr/>
        </p:nvSpPr>
        <p:spPr>
          <a:xfrm>
            <a:off x="10790360" y="576092"/>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latin typeface="Poppins" panose="00000500000000000000" pitchFamily="2" charset="0"/>
                <a:cs typeface="Poppins" panose="00000500000000000000" pitchFamily="2" charset="0"/>
              </a:rPr>
              <a:t>Code Parsing Agent</a:t>
            </a:r>
          </a:p>
        </p:txBody>
      </p:sp>
      <p:sp>
        <p:nvSpPr>
          <p:cNvPr id="9" name="Rectangle: Rounded Corners 8">
            <a:extLst>
              <a:ext uri="{FF2B5EF4-FFF2-40B4-BE49-F238E27FC236}">
                <a16:creationId xmlns:a16="http://schemas.microsoft.com/office/drawing/2014/main" id="{9CAF332A-2079-538B-CA4E-33970E3C9253}"/>
              </a:ext>
            </a:extLst>
          </p:cNvPr>
          <p:cNvSpPr/>
          <p:nvPr/>
        </p:nvSpPr>
        <p:spPr>
          <a:xfrm>
            <a:off x="8629157" y="576092"/>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latin typeface="Poppins" panose="00000500000000000000" pitchFamily="2" charset="0"/>
                <a:cs typeface="Poppins" panose="00000500000000000000" pitchFamily="2" charset="0"/>
              </a:rPr>
              <a:t>Backend API Server</a:t>
            </a:r>
          </a:p>
        </p:txBody>
      </p:sp>
      <p:sp>
        <p:nvSpPr>
          <p:cNvPr id="17" name="Rectangle: Rounded Corners 16">
            <a:extLst>
              <a:ext uri="{FF2B5EF4-FFF2-40B4-BE49-F238E27FC236}">
                <a16:creationId xmlns:a16="http://schemas.microsoft.com/office/drawing/2014/main" id="{95B5B8F4-2511-34AE-3C36-233A498E3D1C}"/>
              </a:ext>
            </a:extLst>
          </p:cNvPr>
          <p:cNvSpPr/>
          <p:nvPr/>
        </p:nvSpPr>
        <p:spPr>
          <a:xfrm>
            <a:off x="6575398" y="569695"/>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latin typeface="Poppins" panose="00000500000000000000" pitchFamily="2" charset="0"/>
                <a:cs typeface="Poppins" panose="00000500000000000000" pitchFamily="2" charset="0"/>
              </a:rPr>
              <a:t>Web Interface</a:t>
            </a:r>
          </a:p>
        </p:txBody>
      </p:sp>
      <p:sp>
        <p:nvSpPr>
          <p:cNvPr id="29" name="Rectangle: Rounded Corners 28">
            <a:extLst>
              <a:ext uri="{FF2B5EF4-FFF2-40B4-BE49-F238E27FC236}">
                <a16:creationId xmlns:a16="http://schemas.microsoft.com/office/drawing/2014/main" id="{C536E2FB-A603-4BCD-27C1-B18A879063BD}"/>
              </a:ext>
            </a:extLst>
          </p:cNvPr>
          <p:cNvSpPr/>
          <p:nvPr/>
        </p:nvSpPr>
        <p:spPr>
          <a:xfrm>
            <a:off x="6860343" y="2505445"/>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latin typeface="Poppins" panose="00000500000000000000" pitchFamily="2" charset="0"/>
                <a:cs typeface="Poppins" panose="00000500000000000000" pitchFamily="2" charset="0"/>
              </a:rPr>
              <a:t>Auto-Fix Agent</a:t>
            </a:r>
          </a:p>
        </p:txBody>
      </p:sp>
      <p:sp>
        <p:nvSpPr>
          <p:cNvPr id="30" name="Rectangle: Rounded Corners 29">
            <a:extLst>
              <a:ext uri="{FF2B5EF4-FFF2-40B4-BE49-F238E27FC236}">
                <a16:creationId xmlns:a16="http://schemas.microsoft.com/office/drawing/2014/main" id="{FBB60877-1C30-F724-484A-78C1DF0DAF13}"/>
              </a:ext>
            </a:extLst>
          </p:cNvPr>
          <p:cNvSpPr/>
          <p:nvPr/>
        </p:nvSpPr>
        <p:spPr>
          <a:xfrm>
            <a:off x="7722408" y="4148322"/>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Poppins" panose="00000500000000000000" pitchFamily="2" charset="0"/>
                <a:cs typeface="Poppins" panose="00000500000000000000" pitchFamily="2" charset="0"/>
              </a:rPr>
              <a:t>REVIEWED CODE</a:t>
            </a:r>
            <a:endParaRPr lang="en-IN" sz="1400" b="1" dirty="0">
              <a:latin typeface="Poppins" panose="00000500000000000000" pitchFamily="2" charset="0"/>
              <a:cs typeface="Poppins" panose="00000500000000000000" pitchFamily="2" charset="0"/>
            </a:endParaRPr>
          </a:p>
        </p:txBody>
      </p:sp>
      <p:cxnSp>
        <p:nvCxnSpPr>
          <p:cNvPr id="32" name="Straight Arrow Connector 31">
            <a:extLst>
              <a:ext uri="{FF2B5EF4-FFF2-40B4-BE49-F238E27FC236}">
                <a16:creationId xmlns:a16="http://schemas.microsoft.com/office/drawing/2014/main" id="{DA7FD9AA-66FB-E8E9-A76F-370AAA5BA963}"/>
              </a:ext>
            </a:extLst>
          </p:cNvPr>
          <p:cNvCxnSpPr>
            <a:stCxn id="4" idx="3"/>
            <a:endCxn id="17" idx="1"/>
          </p:cNvCxnSpPr>
          <p:nvPr/>
        </p:nvCxnSpPr>
        <p:spPr>
          <a:xfrm flipV="1">
            <a:off x="5889207" y="905597"/>
            <a:ext cx="686191" cy="6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A86981B-CC63-93C1-3BF4-D8751EAB41DB}"/>
              </a:ext>
            </a:extLst>
          </p:cNvPr>
          <p:cNvCxnSpPr>
            <a:stCxn id="17" idx="3"/>
            <a:endCxn id="9" idx="1"/>
          </p:cNvCxnSpPr>
          <p:nvPr/>
        </p:nvCxnSpPr>
        <p:spPr>
          <a:xfrm>
            <a:off x="7810149" y="905597"/>
            <a:ext cx="819008" cy="6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6602850-6042-E2DC-C389-891E06791496}"/>
              </a:ext>
            </a:extLst>
          </p:cNvPr>
          <p:cNvCxnSpPr>
            <a:stCxn id="9" idx="3"/>
            <a:endCxn id="8" idx="1"/>
          </p:cNvCxnSpPr>
          <p:nvPr/>
        </p:nvCxnSpPr>
        <p:spPr>
          <a:xfrm>
            <a:off x="9863908" y="911994"/>
            <a:ext cx="9264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F0931EFF-6A62-DE6C-33CC-AB34DF5CF2CD}"/>
              </a:ext>
            </a:extLst>
          </p:cNvPr>
          <p:cNvCxnSpPr>
            <a:stCxn id="8" idx="2"/>
            <a:endCxn id="7" idx="0"/>
          </p:cNvCxnSpPr>
          <p:nvPr/>
        </p:nvCxnSpPr>
        <p:spPr>
          <a:xfrm rot="5400000">
            <a:off x="7944192" y="-958100"/>
            <a:ext cx="1257548" cy="566954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B9E47BE-3652-23FD-B07B-781AFF2F03A6}"/>
              </a:ext>
            </a:extLst>
          </p:cNvPr>
          <p:cNvCxnSpPr>
            <a:stCxn id="7" idx="3"/>
            <a:endCxn id="29" idx="1"/>
          </p:cNvCxnSpPr>
          <p:nvPr/>
        </p:nvCxnSpPr>
        <p:spPr>
          <a:xfrm>
            <a:off x="6355571" y="2841346"/>
            <a:ext cx="50477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35964F4-C5D9-1EE7-A8DD-D4ED1FC9F821}"/>
              </a:ext>
            </a:extLst>
          </p:cNvPr>
          <p:cNvCxnSpPr>
            <a:stCxn id="29" idx="3"/>
            <a:endCxn id="6" idx="1"/>
          </p:cNvCxnSpPr>
          <p:nvPr/>
        </p:nvCxnSpPr>
        <p:spPr>
          <a:xfrm flipV="1">
            <a:off x="8095094" y="2841346"/>
            <a:ext cx="78440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660D463-210A-C9D0-CBE7-C5F83390C570}"/>
              </a:ext>
            </a:extLst>
          </p:cNvPr>
          <p:cNvCxnSpPr>
            <a:stCxn id="6" idx="3"/>
            <a:endCxn id="5" idx="1"/>
          </p:cNvCxnSpPr>
          <p:nvPr/>
        </p:nvCxnSpPr>
        <p:spPr>
          <a:xfrm>
            <a:off x="10114248" y="2841346"/>
            <a:ext cx="676113" cy="10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832131EE-2150-1330-4AD9-BAD00F6B2465}"/>
              </a:ext>
            </a:extLst>
          </p:cNvPr>
          <p:cNvCxnSpPr>
            <a:stCxn id="5" idx="2"/>
            <a:endCxn id="30" idx="0"/>
          </p:cNvCxnSpPr>
          <p:nvPr/>
        </p:nvCxnSpPr>
        <p:spPr>
          <a:xfrm rot="5400000">
            <a:off x="9393580" y="2134164"/>
            <a:ext cx="960363" cy="30679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D3E33B86-C1B2-C826-ACD9-D22510BFD37A}"/>
              </a:ext>
            </a:extLst>
          </p:cNvPr>
          <p:cNvCxnSpPr>
            <a:stCxn id="30" idx="1"/>
            <a:endCxn id="4" idx="1"/>
          </p:cNvCxnSpPr>
          <p:nvPr/>
        </p:nvCxnSpPr>
        <p:spPr>
          <a:xfrm rot="10800000">
            <a:off x="4654456" y="911994"/>
            <a:ext cx="3067952" cy="3572230"/>
          </a:xfrm>
          <a:prstGeom prst="bentConnector3">
            <a:avLst>
              <a:gd name="adj1" fmla="val 10745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3529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CCAFD95-C961-961A-B9A2-750F5BD8F321}"/>
              </a:ext>
            </a:extLst>
          </p:cNvPr>
          <p:cNvSpPr/>
          <p:nvPr/>
        </p:nvSpPr>
        <p:spPr>
          <a:xfrm>
            <a:off x="583096" y="3015582"/>
            <a:ext cx="3205133" cy="2254195"/>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192B2C9-2A19-6EE4-8031-8456A2948801}"/>
              </a:ext>
            </a:extLst>
          </p:cNvPr>
          <p:cNvSpPr txBox="1"/>
          <p:nvPr/>
        </p:nvSpPr>
        <p:spPr>
          <a:xfrm>
            <a:off x="4046881" y="2850017"/>
            <a:ext cx="8145119" cy="2585323"/>
          </a:xfrm>
          <a:prstGeom prst="rect">
            <a:avLst/>
          </a:prstGeom>
          <a:noFill/>
        </p:spPr>
        <p:txBody>
          <a:bodyPr wrap="square" rtlCol="0">
            <a:spAutoFit/>
          </a:bodyPr>
          <a:lstStyle/>
          <a:p>
            <a:r>
              <a:rPr lang="en-US" sz="5400" dirty="0">
                <a:solidFill>
                  <a:srgbClr val="BB8A52"/>
                </a:solidFill>
                <a:latin typeface="Poppins Black" panose="00000A00000000000000" pitchFamily="2" charset="0"/>
                <a:cs typeface="Poppins Black" panose="00000A00000000000000" pitchFamily="2" charset="0"/>
              </a:rPr>
              <a:t>ALGORITHM </a:t>
            </a:r>
          </a:p>
          <a:p>
            <a:r>
              <a:rPr lang="en-US" sz="5400" dirty="0">
                <a:solidFill>
                  <a:srgbClr val="BB8A52"/>
                </a:solidFill>
                <a:latin typeface="Poppins Black" panose="00000A00000000000000" pitchFamily="2" charset="0"/>
                <a:cs typeface="Poppins Black" panose="00000A00000000000000" pitchFamily="2" charset="0"/>
              </a:rPr>
              <a:t>AND DOCUMENTATION</a:t>
            </a:r>
          </a:p>
        </p:txBody>
      </p:sp>
      <p:sp>
        <p:nvSpPr>
          <p:cNvPr id="5" name="Rectangle 4">
            <a:hlinkClick r:id="rId2" action="ppaction://hlinksldjump"/>
            <a:extLst>
              <a:ext uri="{FF2B5EF4-FFF2-40B4-BE49-F238E27FC236}">
                <a16:creationId xmlns:a16="http://schemas.microsoft.com/office/drawing/2014/main" id="{5444A7C9-5295-CC89-76DA-63FE8D11296C}"/>
              </a:ext>
            </a:extLst>
          </p:cNvPr>
          <p:cNvSpPr/>
          <p:nvPr/>
        </p:nvSpPr>
        <p:spPr>
          <a:xfrm>
            <a:off x="841748" y="3328894"/>
            <a:ext cx="2619909" cy="573440"/>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ALGORITHMS</a:t>
            </a:r>
          </a:p>
        </p:txBody>
      </p:sp>
      <p:sp>
        <p:nvSpPr>
          <p:cNvPr id="8" name="Rectangle 7">
            <a:hlinkClick r:id="rId3" action="ppaction://hlinksldjump"/>
            <a:extLst>
              <a:ext uri="{FF2B5EF4-FFF2-40B4-BE49-F238E27FC236}">
                <a16:creationId xmlns:a16="http://schemas.microsoft.com/office/drawing/2014/main" id="{B61D4BE0-D79D-E987-D55D-0C8FC30CBB12}"/>
              </a:ext>
            </a:extLst>
          </p:cNvPr>
          <p:cNvSpPr/>
          <p:nvPr/>
        </p:nvSpPr>
        <p:spPr>
          <a:xfrm>
            <a:off x="714431" y="4284856"/>
            <a:ext cx="2946481"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Poppins Black" panose="00000A00000000000000" pitchFamily="2" charset="0"/>
                <a:cs typeface="Poppins Black" panose="00000A00000000000000" pitchFamily="2" charset="0"/>
              </a:rPr>
              <a:t>DOCUMENTATION</a:t>
            </a:r>
          </a:p>
        </p:txBody>
      </p:sp>
      <p:sp>
        <p:nvSpPr>
          <p:cNvPr id="6" name="Rectangle 5">
            <a:extLst>
              <a:ext uri="{FF2B5EF4-FFF2-40B4-BE49-F238E27FC236}">
                <a16:creationId xmlns:a16="http://schemas.microsoft.com/office/drawing/2014/main" id="{EAF62FC6-BCC8-F25B-A3F9-63612BBBC7BE}"/>
              </a:ext>
            </a:extLst>
          </p:cNvPr>
          <p:cNvSpPr/>
          <p:nvPr/>
        </p:nvSpPr>
        <p:spPr>
          <a:xfrm>
            <a:off x="583096" y="0"/>
            <a:ext cx="3205133" cy="263306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Presentation with org chart with solid fill">
            <a:hlinkClick r:id="rId4" action="ppaction://hlinksldjump"/>
            <a:extLst>
              <a:ext uri="{FF2B5EF4-FFF2-40B4-BE49-F238E27FC236}">
                <a16:creationId xmlns:a16="http://schemas.microsoft.com/office/drawing/2014/main" id="{A257F575-FBD6-58BF-588A-48453588012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49704" y="6042991"/>
            <a:ext cx="695739" cy="695739"/>
          </a:xfrm>
          <a:prstGeom prst="rect">
            <a:avLst/>
          </a:prstGeom>
        </p:spPr>
      </p:pic>
      <p:pic>
        <p:nvPicPr>
          <p:cNvPr id="10" name="Graphic 9" descr="Statistics with solid fill">
            <a:hlinkClick r:id="rId7" action="ppaction://hlinksldjump"/>
            <a:extLst>
              <a:ext uri="{FF2B5EF4-FFF2-40B4-BE49-F238E27FC236}">
                <a16:creationId xmlns:a16="http://schemas.microsoft.com/office/drawing/2014/main" id="{F5AD805A-6B71-5332-4478-C4294AA7176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11219" y="6042991"/>
            <a:ext cx="695739" cy="695739"/>
          </a:xfrm>
          <a:prstGeom prst="rect">
            <a:avLst/>
          </a:prstGeom>
        </p:spPr>
      </p:pic>
      <p:pic>
        <p:nvPicPr>
          <p:cNvPr id="11" name="Graphic 10" descr="Lightbulb and pencil with solid fill">
            <a:hlinkClick r:id="rId10" action="ppaction://hlinksldjump"/>
            <a:extLst>
              <a:ext uri="{FF2B5EF4-FFF2-40B4-BE49-F238E27FC236}">
                <a16:creationId xmlns:a16="http://schemas.microsoft.com/office/drawing/2014/main" id="{2284ADA7-9CF3-E88A-2C97-630230610AC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988189" y="6042991"/>
            <a:ext cx="695739" cy="695739"/>
          </a:xfrm>
          <a:prstGeom prst="rect">
            <a:avLst/>
          </a:prstGeom>
        </p:spPr>
      </p:pic>
      <p:pic>
        <p:nvPicPr>
          <p:cNvPr id="12" name="Graphic 11" descr="Closed book with solid fill">
            <a:hlinkClick r:id="rId13" action="ppaction://hlinksldjump"/>
            <a:extLst>
              <a:ext uri="{FF2B5EF4-FFF2-40B4-BE49-F238E27FC236}">
                <a16:creationId xmlns:a16="http://schemas.microsoft.com/office/drawing/2014/main" id="{72FEE931-7AA1-73E9-0127-E8B299ECD81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965173" y="6042991"/>
            <a:ext cx="695739" cy="695739"/>
          </a:xfrm>
          <a:prstGeom prst="rect">
            <a:avLst/>
          </a:prstGeom>
        </p:spPr>
      </p:pic>
      <p:sp>
        <p:nvSpPr>
          <p:cNvPr id="14" name="Rectangle: Rounded Corners 13">
            <a:hlinkClick r:id="rId16" action="ppaction://hlinksldjump"/>
            <a:extLst>
              <a:ext uri="{FF2B5EF4-FFF2-40B4-BE49-F238E27FC236}">
                <a16:creationId xmlns:a16="http://schemas.microsoft.com/office/drawing/2014/main" id="{A4239A38-ECF7-E59A-5C88-700AE9DA42C2}"/>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5" name="Rectangle: Rounded Corners 14">
            <a:hlinkClick r:id="rId17" action="ppaction://hlinksldjump"/>
            <a:extLst>
              <a:ext uri="{FF2B5EF4-FFF2-40B4-BE49-F238E27FC236}">
                <a16:creationId xmlns:a16="http://schemas.microsoft.com/office/drawing/2014/main" id="{F8DAFA3C-FE38-3793-08D9-4BC592682162}"/>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Tree>
    <p:extLst>
      <p:ext uri="{BB962C8B-B14F-4D97-AF65-F5344CB8AC3E}">
        <p14:creationId xmlns:p14="http://schemas.microsoft.com/office/powerpoint/2010/main" val="18437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812937"/>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CCAFD95-C961-961A-B9A2-750F5BD8F321}"/>
              </a:ext>
            </a:extLst>
          </p:cNvPr>
          <p:cNvSpPr/>
          <p:nvPr/>
        </p:nvSpPr>
        <p:spPr>
          <a:xfrm>
            <a:off x="583096" y="3015582"/>
            <a:ext cx="3205133" cy="2254195"/>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AF62FC6-BCC8-F25B-A3F9-63612BBBC7BE}"/>
              </a:ext>
            </a:extLst>
          </p:cNvPr>
          <p:cNvSpPr/>
          <p:nvPr/>
        </p:nvSpPr>
        <p:spPr>
          <a:xfrm>
            <a:off x="583096" y="0"/>
            <a:ext cx="3205133" cy="263306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3C32C2C-77CE-38EE-1647-F3F25506F722}"/>
              </a:ext>
            </a:extLst>
          </p:cNvPr>
          <p:cNvSpPr txBox="1"/>
          <p:nvPr/>
        </p:nvSpPr>
        <p:spPr>
          <a:xfrm>
            <a:off x="4467064" y="733436"/>
            <a:ext cx="6423553" cy="1200329"/>
          </a:xfrm>
          <a:prstGeom prst="rect">
            <a:avLst/>
          </a:prstGeom>
          <a:noFill/>
        </p:spPr>
        <p:txBody>
          <a:bodyPr wrap="none" rtlCol="0">
            <a:spAutoFit/>
          </a:bodyPr>
          <a:lstStyle/>
          <a:p>
            <a:r>
              <a:rPr lang="en-US" sz="7200" dirty="0">
                <a:solidFill>
                  <a:srgbClr val="BB8A52"/>
                </a:solidFill>
                <a:latin typeface="Poppins Black" panose="00000A00000000000000" pitchFamily="2" charset="0"/>
                <a:cs typeface="Poppins Black" panose="00000A00000000000000" pitchFamily="2" charset="0"/>
              </a:rPr>
              <a:t>ALGORITHMS</a:t>
            </a:r>
          </a:p>
        </p:txBody>
      </p:sp>
      <p:pic>
        <p:nvPicPr>
          <p:cNvPr id="10" name="Graphic 9" descr="Presentation with org chart with solid fill">
            <a:hlinkClick r:id="rId2" action="ppaction://hlinksldjump"/>
            <a:extLst>
              <a:ext uri="{FF2B5EF4-FFF2-40B4-BE49-F238E27FC236}">
                <a16:creationId xmlns:a16="http://schemas.microsoft.com/office/drawing/2014/main" id="{358F38ED-2FAB-8C5D-1A95-FFAEE6B92F4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3675" y="6042991"/>
            <a:ext cx="695739" cy="695739"/>
          </a:xfrm>
          <a:prstGeom prst="rect">
            <a:avLst/>
          </a:prstGeom>
        </p:spPr>
      </p:pic>
      <p:pic>
        <p:nvPicPr>
          <p:cNvPr id="11" name="Graphic 10" descr="Statistics with solid fill">
            <a:hlinkClick r:id="rId5" action="ppaction://hlinksldjump"/>
            <a:extLst>
              <a:ext uri="{FF2B5EF4-FFF2-40B4-BE49-F238E27FC236}">
                <a16:creationId xmlns:a16="http://schemas.microsoft.com/office/drawing/2014/main" id="{36ABCF4D-1D8A-975A-0B9C-A5391F30D8B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11219" y="6042991"/>
            <a:ext cx="695739" cy="695739"/>
          </a:xfrm>
          <a:prstGeom prst="rect">
            <a:avLst/>
          </a:prstGeom>
        </p:spPr>
      </p:pic>
      <p:pic>
        <p:nvPicPr>
          <p:cNvPr id="12" name="Graphic 11" descr="Lightbulb and pencil with solid fill">
            <a:hlinkClick r:id="rId8" action="ppaction://hlinksldjump"/>
            <a:extLst>
              <a:ext uri="{FF2B5EF4-FFF2-40B4-BE49-F238E27FC236}">
                <a16:creationId xmlns:a16="http://schemas.microsoft.com/office/drawing/2014/main" id="{7A9D49E2-CCB6-534A-81BF-C767BB382F1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719424" y="6042991"/>
            <a:ext cx="695739" cy="695739"/>
          </a:xfrm>
          <a:prstGeom prst="rect">
            <a:avLst/>
          </a:prstGeom>
        </p:spPr>
      </p:pic>
      <p:pic>
        <p:nvPicPr>
          <p:cNvPr id="13" name="Graphic 12" descr="Closed book with solid fill">
            <a:hlinkClick r:id="rId11" action="ppaction://hlinksldjump"/>
            <a:extLst>
              <a:ext uri="{FF2B5EF4-FFF2-40B4-BE49-F238E27FC236}">
                <a16:creationId xmlns:a16="http://schemas.microsoft.com/office/drawing/2014/main" id="{4545A48C-BF55-BA35-0FEC-9AF97F60D03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65173" y="6042991"/>
            <a:ext cx="695739" cy="695739"/>
          </a:xfrm>
          <a:prstGeom prst="rect">
            <a:avLst/>
          </a:prstGeom>
        </p:spPr>
      </p:pic>
      <p:sp>
        <p:nvSpPr>
          <p:cNvPr id="15" name="Rectangle: Rounded Corners 14">
            <a:hlinkClick r:id="rId14" action="ppaction://hlinksldjump"/>
            <a:extLst>
              <a:ext uri="{FF2B5EF4-FFF2-40B4-BE49-F238E27FC236}">
                <a16:creationId xmlns:a16="http://schemas.microsoft.com/office/drawing/2014/main" id="{DA14D915-08A3-F971-8B6D-8B001D3EDF24}"/>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6" name="Rectangle: Rounded Corners 15">
            <a:hlinkClick r:id="rId15" action="ppaction://hlinksldjump"/>
            <a:extLst>
              <a:ext uri="{FF2B5EF4-FFF2-40B4-BE49-F238E27FC236}">
                <a16:creationId xmlns:a16="http://schemas.microsoft.com/office/drawing/2014/main" id="{D5AFB35E-321F-4D30-6C10-3518191C3190}"/>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17" name="Rectangle 16">
            <a:hlinkClick r:id="rId16" action="ppaction://hlinksldjump"/>
            <a:extLst>
              <a:ext uri="{FF2B5EF4-FFF2-40B4-BE49-F238E27FC236}">
                <a16:creationId xmlns:a16="http://schemas.microsoft.com/office/drawing/2014/main" id="{D104E6C7-28AE-E931-45BE-F49713E120DA}"/>
              </a:ext>
            </a:extLst>
          </p:cNvPr>
          <p:cNvSpPr/>
          <p:nvPr/>
        </p:nvSpPr>
        <p:spPr>
          <a:xfrm>
            <a:off x="841748" y="3328894"/>
            <a:ext cx="2619909" cy="573440"/>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ALGORITHMS</a:t>
            </a:r>
          </a:p>
        </p:txBody>
      </p:sp>
      <p:sp>
        <p:nvSpPr>
          <p:cNvPr id="18" name="Rectangle 17">
            <a:hlinkClick r:id="rId17" action="ppaction://hlinksldjump"/>
            <a:extLst>
              <a:ext uri="{FF2B5EF4-FFF2-40B4-BE49-F238E27FC236}">
                <a16:creationId xmlns:a16="http://schemas.microsoft.com/office/drawing/2014/main" id="{B11C42BE-AA26-6FE8-B81E-8437D0E80092}"/>
              </a:ext>
            </a:extLst>
          </p:cNvPr>
          <p:cNvSpPr/>
          <p:nvPr/>
        </p:nvSpPr>
        <p:spPr>
          <a:xfrm>
            <a:off x="841748" y="4284856"/>
            <a:ext cx="2819164"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FFB902"/>
                </a:solidFill>
                <a:latin typeface="Poppins Black" panose="00000A00000000000000" pitchFamily="2" charset="0"/>
                <a:cs typeface="Poppins Black" panose="00000A00000000000000" pitchFamily="2" charset="0"/>
              </a:rPr>
              <a:t>DOCUMENTATION</a:t>
            </a:r>
          </a:p>
        </p:txBody>
      </p:sp>
      <p:sp>
        <p:nvSpPr>
          <p:cNvPr id="5" name="Rectangle: Rounded Corners 4">
            <a:extLst>
              <a:ext uri="{FF2B5EF4-FFF2-40B4-BE49-F238E27FC236}">
                <a16:creationId xmlns:a16="http://schemas.microsoft.com/office/drawing/2014/main" id="{CFE93939-7ABE-5411-FC45-68E8C3FBD489}"/>
              </a:ext>
            </a:extLst>
          </p:cNvPr>
          <p:cNvSpPr/>
          <p:nvPr/>
        </p:nvSpPr>
        <p:spPr>
          <a:xfrm>
            <a:off x="4413139" y="1827969"/>
            <a:ext cx="6341388" cy="3429525"/>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8B32B458-3307-A440-01D5-BC5E4F6BB20E}"/>
              </a:ext>
            </a:extLst>
          </p:cNvPr>
          <p:cNvSpPr txBox="1"/>
          <p:nvPr/>
        </p:nvSpPr>
        <p:spPr>
          <a:xfrm>
            <a:off x="4474593" y="2332193"/>
            <a:ext cx="6208958"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latin typeface="Poppins" panose="00000500000000000000" pitchFamily="2" charset="0"/>
                <a:cs typeface="Poppins" panose="00000500000000000000" pitchFamily="2" charset="0"/>
              </a:rPr>
              <a:t>START → User enters message → Frontend captures input → HTTP POST request to Django → </a:t>
            </a:r>
          </a:p>
          <a:p>
            <a:pPr marL="285750" indent="-285750">
              <a:buFont typeface="Arial" panose="020B0604020202020204" pitchFamily="34" charset="0"/>
              <a:buChar char="•"/>
            </a:pPr>
            <a:r>
              <a:rPr lang="en-US" dirty="0">
                <a:solidFill>
                  <a:schemeClr val="bg1"/>
                </a:solidFill>
                <a:latin typeface="Poppins" panose="00000500000000000000" pitchFamily="2" charset="0"/>
                <a:cs typeface="Poppins" panose="00000500000000000000" pitchFamily="2" charset="0"/>
              </a:rPr>
              <a:t>Django parses JSON → Prompt constructed for LLM → Request sent to Ollama API → </a:t>
            </a:r>
          </a:p>
          <a:p>
            <a:pPr marL="285750" indent="-285750">
              <a:buFont typeface="Arial" panose="020B0604020202020204" pitchFamily="34" charset="0"/>
              <a:buChar char="•"/>
            </a:pPr>
            <a:r>
              <a:rPr lang="en-US" dirty="0">
                <a:solidFill>
                  <a:schemeClr val="bg1"/>
                </a:solidFill>
                <a:latin typeface="Poppins" panose="00000500000000000000" pitchFamily="2" charset="0"/>
                <a:cs typeface="Poppins" panose="00000500000000000000" pitchFamily="2" charset="0"/>
              </a:rPr>
              <a:t>Llama 3.1 model processes prompt → AI generates response → Django sends JSON response → </a:t>
            </a:r>
          </a:p>
          <a:p>
            <a:pPr marL="285750" indent="-285750">
              <a:buFont typeface="Arial" panose="020B0604020202020204" pitchFamily="34" charset="0"/>
              <a:buChar char="•"/>
            </a:pPr>
            <a:r>
              <a:rPr lang="en-US" dirty="0">
                <a:solidFill>
                  <a:schemeClr val="bg1"/>
                </a:solidFill>
                <a:latin typeface="Poppins" panose="00000500000000000000" pitchFamily="2" charset="0"/>
                <a:cs typeface="Poppins" panose="00000500000000000000" pitchFamily="2" charset="0"/>
              </a:rPr>
              <a:t>Frontend displays output → END</a:t>
            </a:r>
            <a:endParaRPr lang="en-IN"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342992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85746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CCAFD95-C961-961A-B9A2-750F5BD8F321}"/>
              </a:ext>
            </a:extLst>
          </p:cNvPr>
          <p:cNvSpPr/>
          <p:nvPr/>
        </p:nvSpPr>
        <p:spPr>
          <a:xfrm>
            <a:off x="583096" y="3015582"/>
            <a:ext cx="3205133" cy="2254195"/>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AF62FC6-BCC8-F25B-A3F9-63612BBBC7BE}"/>
              </a:ext>
            </a:extLst>
          </p:cNvPr>
          <p:cNvSpPr/>
          <p:nvPr/>
        </p:nvSpPr>
        <p:spPr>
          <a:xfrm>
            <a:off x="583096" y="0"/>
            <a:ext cx="3205133" cy="263306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1AEEDC6-68A5-8F8D-B93B-3BE94857242D}"/>
              </a:ext>
            </a:extLst>
          </p:cNvPr>
          <p:cNvSpPr/>
          <p:nvPr/>
        </p:nvSpPr>
        <p:spPr>
          <a:xfrm>
            <a:off x="4180115" y="681985"/>
            <a:ext cx="7428790" cy="1513705"/>
          </a:xfrm>
          <a:prstGeom prst="rect">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latin typeface="Poppins" panose="00000500000000000000" pitchFamily="2" charset="0"/>
                <a:cs typeface="Poppins" panose="00000500000000000000" pitchFamily="2" charset="0"/>
              </a:rPr>
              <a:t>The proposed Code Reviewer &amp; Auto-Fixer system demonstrates the effectiveness of automating code review and bug-fixing processes, significantly reducing reliance on human reviewers. By leveraging AI agents, the system provides fast, consistent, and accurate feedback, which is particularly beneficial for beginners and large development teams.</a:t>
            </a:r>
          </a:p>
        </p:txBody>
      </p:sp>
      <p:sp>
        <p:nvSpPr>
          <p:cNvPr id="13" name="Rectangle 12">
            <a:extLst>
              <a:ext uri="{FF2B5EF4-FFF2-40B4-BE49-F238E27FC236}">
                <a16:creationId xmlns:a16="http://schemas.microsoft.com/office/drawing/2014/main" id="{60725E83-4590-82EE-BBA1-5FAA1B5305FA}"/>
              </a:ext>
            </a:extLst>
          </p:cNvPr>
          <p:cNvSpPr/>
          <p:nvPr/>
        </p:nvSpPr>
        <p:spPr>
          <a:xfrm>
            <a:off x="4180114" y="2572041"/>
            <a:ext cx="7437068" cy="1513705"/>
          </a:xfrm>
          <a:prstGeom prst="rect">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dirty="0">
                <a:latin typeface="Poppins" panose="00000500000000000000" pitchFamily="2" charset="0"/>
                <a:cs typeface="Poppins" panose="00000500000000000000" pitchFamily="2" charset="0"/>
              </a:rPr>
              <a:t>👤 User → 💻 UI → ⚙️ Django → 🧠 Sentient Engine → 🤖 Llama Model → 📤 Response</a:t>
            </a:r>
          </a:p>
        </p:txBody>
      </p:sp>
      <p:pic>
        <p:nvPicPr>
          <p:cNvPr id="14" name="Graphic 13" descr="Presentation with org chart with solid fill">
            <a:hlinkClick r:id="rId2" action="ppaction://hlinksldjump"/>
            <a:extLst>
              <a:ext uri="{FF2B5EF4-FFF2-40B4-BE49-F238E27FC236}">
                <a16:creationId xmlns:a16="http://schemas.microsoft.com/office/drawing/2014/main" id="{F16B6822-31C2-FEE2-F2F8-8483082295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89591" y="6030009"/>
            <a:ext cx="695739" cy="695739"/>
          </a:xfrm>
          <a:prstGeom prst="rect">
            <a:avLst/>
          </a:prstGeom>
        </p:spPr>
      </p:pic>
      <p:pic>
        <p:nvPicPr>
          <p:cNvPr id="15" name="Graphic 14" descr="Statistics with solid fill">
            <a:hlinkClick r:id="rId5" action="ppaction://hlinksldjump"/>
            <a:extLst>
              <a:ext uri="{FF2B5EF4-FFF2-40B4-BE49-F238E27FC236}">
                <a16:creationId xmlns:a16="http://schemas.microsoft.com/office/drawing/2014/main" id="{ACE0C3E4-3C18-2A4A-5616-4788DCDF290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11219" y="6042991"/>
            <a:ext cx="695739" cy="695739"/>
          </a:xfrm>
          <a:prstGeom prst="rect">
            <a:avLst/>
          </a:prstGeom>
        </p:spPr>
      </p:pic>
      <p:pic>
        <p:nvPicPr>
          <p:cNvPr id="16" name="Graphic 15" descr="Lightbulb and pencil with solid fill">
            <a:hlinkClick r:id="rId8" action="ppaction://hlinksldjump"/>
            <a:extLst>
              <a:ext uri="{FF2B5EF4-FFF2-40B4-BE49-F238E27FC236}">
                <a16:creationId xmlns:a16="http://schemas.microsoft.com/office/drawing/2014/main" id="{AA562147-4B20-225F-6AB9-65E022F7611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349201" y="6042991"/>
            <a:ext cx="695739" cy="695739"/>
          </a:xfrm>
          <a:prstGeom prst="rect">
            <a:avLst/>
          </a:prstGeom>
        </p:spPr>
      </p:pic>
      <p:pic>
        <p:nvPicPr>
          <p:cNvPr id="17" name="Graphic 16" descr="Closed book with solid fill">
            <a:hlinkClick r:id="rId11" action="ppaction://hlinksldjump"/>
            <a:extLst>
              <a:ext uri="{FF2B5EF4-FFF2-40B4-BE49-F238E27FC236}">
                <a16:creationId xmlns:a16="http://schemas.microsoft.com/office/drawing/2014/main" id="{E359A281-403E-9A8A-1699-19DA8961E84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65173" y="6042991"/>
            <a:ext cx="695739" cy="695739"/>
          </a:xfrm>
          <a:prstGeom prst="rect">
            <a:avLst/>
          </a:prstGeom>
        </p:spPr>
      </p:pic>
      <p:sp>
        <p:nvSpPr>
          <p:cNvPr id="19" name="Rectangle: Rounded Corners 18">
            <a:hlinkClick r:id="rId14" action="ppaction://hlinksldjump"/>
            <a:extLst>
              <a:ext uri="{FF2B5EF4-FFF2-40B4-BE49-F238E27FC236}">
                <a16:creationId xmlns:a16="http://schemas.microsoft.com/office/drawing/2014/main" id="{A2672FE2-D4EA-25DD-9169-0991DFB02A79}"/>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0" name="Rectangle: Rounded Corners 19">
            <a:hlinkClick r:id="rId15" action="ppaction://hlinksldjump"/>
            <a:extLst>
              <a:ext uri="{FF2B5EF4-FFF2-40B4-BE49-F238E27FC236}">
                <a16:creationId xmlns:a16="http://schemas.microsoft.com/office/drawing/2014/main" id="{55FF95A7-BE2C-DB4E-7D15-EE619A686AE5}"/>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1" name="Rectangle 20">
            <a:hlinkClick r:id="rId16" action="ppaction://hlinksldjump"/>
            <a:extLst>
              <a:ext uri="{FF2B5EF4-FFF2-40B4-BE49-F238E27FC236}">
                <a16:creationId xmlns:a16="http://schemas.microsoft.com/office/drawing/2014/main" id="{2A5F8CCB-08A7-2403-FA5B-EB8479094395}"/>
              </a:ext>
            </a:extLst>
          </p:cNvPr>
          <p:cNvSpPr/>
          <p:nvPr/>
        </p:nvSpPr>
        <p:spPr>
          <a:xfrm>
            <a:off x="841748" y="3328894"/>
            <a:ext cx="2619909" cy="573440"/>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ALGORITHMS</a:t>
            </a:r>
          </a:p>
        </p:txBody>
      </p:sp>
      <p:sp>
        <p:nvSpPr>
          <p:cNvPr id="22" name="Rectangle 21">
            <a:hlinkClick r:id="rId17" action="ppaction://hlinksldjump"/>
            <a:extLst>
              <a:ext uri="{FF2B5EF4-FFF2-40B4-BE49-F238E27FC236}">
                <a16:creationId xmlns:a16="http://schemas.microsoft.com/office/drawing/2014/main" id="{1A4E132F-2A05-FB0C-A6D9-AC8CA3C89EA8}"/>
              </a:ext>
            </a:extLst>
          </p:cNvPr>
          <p:cNvSpPr/>
          <p:nvPr/>
        </p:nvSpPr>
        <p:spPr>
          <a:xfrm>
            <a:off x="776080" y="4284856"/>
            <a:ext cx="2819164"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Poppins Black" panose="00000A00000000000000" pitchFamily="2" charset="0"/>
                <a:cs typeface="Poppins Black" panose="00000A00000000000000" pitchFamily="2" charset="0"/>
              </a:rPr>
              <a:t>DOCUMENTATION</a:t>
            </a:r>
          </a:p>
        </p:txBody>
      </p:sp>
      <p:sp>
        <p:nvSpPr>
          <p:cNvPr id="7" name="Rectangle 6">
            <a:extLst>
              <a:ext uri="{FF2B5EF4-FFF2-40B4-BE49-F238E27FC236}">
                <a16:creationId xmlns:a16="http://schemas.microsoft.com/office/drawing/2014/main" id="{EAFFA743-98C2-F9F0-2506-397118CADCC1}"/>
              </a:ext>
            </a:extLst>
          </p:cNvPr>
          <p:cNvSpPr/>
          <p:nvPr/>
        </p:nvSpPr>
        <p:spPr>
          <a:xfrm>
            <a:off x="4171836" y="4214751"/>
            <a:ext cx="7437068" cy="879764"/>
          </a:xfrm>
          <a:prstGeom prst="rect">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dirty="0">
                <a:latin typeface="Poppins" panose="00000500000000000000" pitchFamily="2" charset="0"/>
                <a:cs typeface="Poppins" panose="00000500000000000000" pitchFamily="2" charset="0"/>
                <a:hlinkClick r:id="rId18"/>
              </a:rPr>
              <a:t>View Full Technical Documentation(Click here)</a:t>
            </a:r>
            <a:endParaRPr lang="en-US" b="1" dirty="0">
              <a:latin typeface="Poppins" panose="00000500000000000000" pitchFamily="2" charset="0"/>
              <a:cs typeface="Poppins" panose="00000500000000000000" pitchFamily="2" charset="0"/>
            </a:endParaRPr>
          </a:p>
          <a:p>
            <a:pPr algn="just"/>
            <a:r>
              <a:rPr lang="en-US" b="1" dirty="0">
                <a:latin typeface="Poppins" panose="00000500000000000000" pitchFamily="2" charset="0"/>
                <a:cs typeface="Poppins" panose="00000500000000000000" pitchFamily="2" charset="0"/>
              </a:rPr>
              <a:t>(Methods • Algorithms • Architecture • References)</a:t>
            </a:r>
          </a:p>
        </p:txBody>
      </p:sp>
    </p:spTree>
    <p:extLst>
      <p:ext uri="{BB962C8B-B14F-4D97-AF65-F5344CB8AC3E}">
        <p14:creationId xmlns:p14="http://schemas.microsoft.com/office/powerpoint/2010/main" val="1566157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192B2C9-2A19-6EE4-8031-8456A2948801}"/>
              </a:ext>
            </a:extLst>
          </p:cNvPr>
          <p:cNvSpPr txBox="1"/>
          <p:nvPr/>
        </p:nvSpPr>
        <p:spPr>
          <a:xfrm>
            <a:off x="4898016" y="2598884"/>
            <a:ext cx="7293984" cy="1938992"/>
          </a:xfrm>
          <a:prstGeom prst="rect">
            <a:avLst/>
          </a:prstGeom>
          <a:noFill/>
        </p:spPr>
        <p:txBody>
          <a:bodyPr wrap="square" rtlCol="0">
            <a:spAutoFit/>
          </a:bodyPr>
          <a:lstStyle/>
          <a:p>
            <a:r>
              <a:rPr lang="en-US" sz="4000" dirty="0">
                <a:solidFill>
                  <a:srgbClr val="BB8A52"/>
                </a:solidFill>
                <a:latin typeface="Poppins Black" panose="00000A00000000000000" pitchFamily="2" charset="0"/>
                <a:cs typeface="Poppins Black" panose="00000A00000000000000" pitchFamily="2" charset="0"/>
              </a:rPr>
              <a:t>RESEARCH PAPERS REFERNCE &amp;</a:t>
            </a:r>
          </a:p>
          <a:p>
            <a:r>
              <a:rPr lang="en-US" sz="4000" dirty="0">
                <a:solidFill>
                  <a:srgbClr val="BB8A52"/>
                </a:solidFill>
                <a:latin typeface="Poppins Black" panose="00000A00000000000000" pitchFamily="2" charset="0"/>
                <a:cs typeface="Poppins Black" panose="00000A00000000000000" pitchFamily="2" charset="0"/>
              </a:rPr>
              <a:t>SUMMMARY</a:t>
            </a:r>
            <a:endParaRPr lang="en-US" sz="4800" dirty="0">
              <a:solidFill>
                <a:srgbClr val="BB8A52"/>
              </a:solidFill>
              <a:latin typeface="Poppins Black" panose="00000A00000000000000" pitchFamily="2" charset="0"/>
              <a:cs typeface="Poppins Black" panose="00000A00000000000000" pitchFamily="2" charset="0"/>
            </a:endParaRPr>
          </a:p>
        </p:txBody>
      </p:sp>
      <p:sp>
        <p:nvSpPr>
          <p:cNvPr id="9" name="Rectangle 8">
            <a:extLst>
              <a:ext uri="{FF2B5EF4-FFF2-40B4-BE49-F238E27FC236}">
                <a16:creationId xmlns:a16="http://schemas.microsoft.com/office/drawing/2014/main" id="{6C285B8B-9BE4-E3DD-9FAE-F0E95A6A14F7}"/>
              </a:ext>
            </a:extLst>
          </p:cNvPr>
          <p:cNvSpPr/>
          <p:nvPr/>
        </p:nvSpPr>
        <p:spPr>
          <a:xfrm>
            <a:off x="583095" y="2174032"/>
            <a:ext cx="4224036" cy="2363843"/>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2" action="ppaction://hlinksldjump"/>
            <a:extLst>
              <a:ext uri="{FF2B5EF4-FFF2-40B4-BE49-F238E27FC236}">
                <a16:creationId xmlns:a16="http://schemas.microsoft.com/office/drawing/2014/main" id="{D8E11559-9EE2-1BF8-F84B-0327354445C9}"/>
              </a:ext>
            </a:extLst>
          </p:cNvPr>
          <p:cNvSpPr/>
          <p:nvPr/>
        </p:nvSpPr>
        <p:spPr>
          <a:xfrm>
            <a:off x="819787" y="2427556"/>
            <a:ext cx="3750651"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SUMMARY</a:t>
            </a:r>
          </a:p>
        </p:txBody>
      </p:sp>
      <p:sp>
        <p:nvSpPr>
          <p:cNvPr id="12" name="Rectangle 11">
            <a:hlinkClick r:id="rId3" action="ppaction://hlinksldjump"/>
            <a:extLst>
              <a:ext uri="{FF2B5EF4-FFF2-40B4-BE49-F238E27FC236}">
                <a16:creationId xmlns:a16="http://schemas.microsoft.com/office/drawing/2014/main" id="{89BA7DD2-973E-9BC2-0C59-92582DC1BA6C}"/>
              </a:ext>
            </a:extLst>
          </p:cNvPr>
          <p:cNvSpPr/>
          <p:nvPr/>
        </p:nvSpPr>
        <p:spPr>
          <a:xfrm>
            <a:off x="860536" y="3627660"/>
            <a:ext cx="3750652"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REFERNCES</a:t>
            </a:r>
          </a:p>
        </p:txBody>
      </p:sp>
      <p:sp>
        <p:nvSpPr>
          <p:cNvPr id="13" name="Rectangle 12">
            <a:extLst>
              <a:ext uri="{FF2B5EF4-FFF2-40B4-BE49-F238E27FC236}">
                <a16:creationId xmlns:a16="http://schemas.microsoft.com/office/drawing/2014/main" id="{E55755C3-3CA8-D2AA-8795-2DC73154C535}"/>
              </a:ext>
            </a:extLst>
          </p:cNvPr>
          <p:cNvSpPr/>
          <p:nvPr/>
        </p:nvSpPr>
        <p:spPr>
          <a:xfrm>
            <a:off x="0" y="0"/>
            <a:ext cx="12192000" cy="755374"/>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Presentation with org chart with solid fill">
            <a:hlinkClick r:id="rId4" action="ppaction://hlinksldjump"/>
            <a:extLst>
              <a:ext uri="{FF2B5EF4-FFF2-40B4-BE49-F238E27FC236}">
                <a16:creationId xmlns:a16="http://schemas.microsoft.com/office/drawing/2014/main" id="{2DC10C71-345A-FFD6-AE73-FA1FC7DC845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30682" y="6042991"/>
            <a:ext cx="695739" cy="695739"/>
          </a:xfrm>
          <a:prstGeom prst="rect">
            <a:avLst/>
          </a:prstGeom>
        </p:spPr>
      </p:pic>
      <p:pic>
        <p:nvPicPr>
          <p:cNvPr id="15" name="Graphic 14" descr="Statistics with solid fill">
            <a:hlinkClick r:id="rId7" action="ppaction://hlinksldjump"/>
            <a:extLst>
              <a:ext uri="{FF2B5EF4-FFF2-40B4-BE49-F238E27FC236}">
                <a16:creationId xmlns:a16="http://schemas.microsoft.com/office/drawing/2014/main" id="{A5FFF91E-4220-9FC2-388D-11D05CDF777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11219" y="6042991"/>
            <a:ext cx="695739" cy="695739"/>
          </a:xfrm>
          <a:prstGeom prst="rect">
            <a:avLst/>
          </a:prstGeom>
        </p:spPr>
      </p:pic>
      <p:pic>
        <p:nvPicPr>
          <p:cNvPr id="16" name="Graphic 15" descr="Lightbulb and pencil with solid fill">
            <a:hlinkClick r:id="rId10" action="ppaction://hlinksldjump"/>
            <a:extLst>
              <a:ext uri="{FF2B5EF4-FFF2-40B4-BE49-F238E27FC236}">
                <a16:creationId xmlns:a16="http://schemas.microsoft.com/office/drawing/2014/main" id="{29C4066F-769A-418F-82C8-C911384221B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807131" y="6042991"/>
            <a:ext cx="695739" cy="695739"/>
          </a:xfrm>
          <a:prstGeom prst="rect">
            <a:avLst/>
          </a:prstGeom>
        </p:spPr>
      </p:pic>
      <p:pic>
        <p:nvPicPr>
          <p:cNvPr id="17" name="Graphic 16" descr="Closed book with solid fill">
            <a:hlinkClick r:id="rId13" action="ppaction://hlinksldjump"/>
            <a:extLst>
              <a:ext uri="{FF2B5EF4-FFF2-40B4-BE49-F238E27FC236}">
                <a16:creationId xmlns:a16="http://schemas.microsoft.com/office/drawing/2014/main" id="{BC022F1A-ADFC-C8DC-98A7-1AF7BD00AD9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965173" y="6042991"/>
            <a:ext cx="695739" cy="695739"/>
          </a:xfrm>
          <a:prstGeom prst="rect">
            <a:avLst/>
          </a:prstGeom>
        </p:spPr>
      </p:pic>
      <p:sp>
        <p:nvSpPr>
          <p:cNvPr id="19" name="Rectangle: Rounded Corners 18">
            <a:hlinkClick r:id="rId16" action="ppaction://hlinksldjump"/>
            <a:extLst>
              <a:ext uri="{FF2B5EF4-FFF2-40B4-BE49-F238E27FC236}">
                <a16:creationId xmlns:a16="http://schemas.microsoft.com/office/drawing/2014/main" id="{742EDDE4-D915-C52B-779E-7753038F3713}"/>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0" name="Rectangle: Rounded Corners 19">
            <a:hlinkClick r:id="rId17" action="ppaction://hlinksldjump"/>
            <a:extLst>
              <a:ext uri="{FF2B5EF4-FFF2-40B4-BE49-F238E27FC236}">
                <a16:creationId xmlns:a16="http://schemas.microsoft.com/office/drawing/2014/main" id="{3F761901-4F98-A632-E464-C3E4570FBA5F}"/>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Tree>
    <p:extLst>
      <p:ext uri="{BB962C8B-B14F-4D97-AF65-F5344CB8AC3E}">
        <p14:creationId xmlns:p14="http://schemas.microsoft.com/office/powerpoint/2010/main" val="859396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CCAFD95-C961-961A-B9A2-750F5BD8F321}"/>
              </a:ext>
            </a:extLst>
          </p:cNvPr>
          <p:cNvSpPr/>
          <p:nvPr/>
        </p:nvSpPr>
        <p:spPr>
          <a:xfrm>
            <a:off x="583095" y="1480798"/>
            <a:ext cx="4224036" cy="3057078"/>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322D033-E182-311F-0EC1-72B53FB9715E}"/>
              </a:ext>
            </a:extLst>
          </p:cNvPr>
          <p:cNvSpPr/>
          <p:nvPr/>
        </p:nvSpPr>
        <p:spPr>
          <a:xfrm>
            <a:off x="0" y="0"/>
            <a:ext cx="12192000" cy="755374"/>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Presentation with org chart with solid fill">
            <a:hlinkClick r:id="rId2" action="ppaction://hlinksldjump"/>
            <a:extLst>
              <a:ext uri="{FF2B5EF4-FFF2-40B4-BE49-F238E27FC236}">
                <a16:creationId xmlns:a16="http://schemas.microsoft.com/office/drawing/2014/main" id="{74EACD3B-BEB7-934C-D76D-0EC6B6FA8B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90700" y="6048670"/>
            <a:ext cx="695739" cy="695739"/>
          </a:xfrm>
          <a:prstGeom prst="rect">
            <a:avLst/>
          </a:prstGeom>
        </p:spPr>
      </p:pic>
      <p:pic>
        <p:nvPicPr>
          <p:cNvPr id="12" name="Graphic 11" descr="Statistics with solid fill">
            <a:hlinkClick r:id="rId5" action="ppaction://hlinksldjump"/>
            <a:extLst>
              <a:ext uri="{FF2B5EF4-FFF2-40B4-BE49-F238E27FC236}">
                <a16:creationId xmlns:a16="http://schemas.microsoft.com/office/drawing/2014/main" id="{E9B465F5-E193-3D52-C0EA-100EF726502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11219" y="6042991"/>
            <a:ext cx="695739" cy="695739"/>
          </a:xfrm>
          <a:prstGeom prst="rect">
            <a:avLst/>
          </a:prstGeom>
        </p:spPr>
      </p:pic>
      <p:pic>
        <p:nvPicPr>
          <p:cNvPr id="13" name="Graphic 12" descr="Lightbulb and pencil with solid fill">
            <a:hlinkClick r:id="rId8" action="ppaction://hlinksldjump"/>
            <a:extLst>
              <a:ext uri="{FF2B5EF4-FFF2-40B4-BE49-F238E27FC236}">
                <a16:creationId xmlns:a16="http://schemas.microsoft.com/office/drawing/2014/main" id="{40F82F13-57A3-6A43-3807-1F571A27838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05563" y="6042991"/>
            <a:ext cx="695739" cy="695739"/>
          </a:xfrm>
          <a:prstGeom prst="rect">
            <a:avLst/>
          </a:prstGeom>
        </p:spPr>
      </p:pic>
      <p:pic>
        <p:nvPicPr>
          <p:cNvPr id="14" name="Graphic 13" descr="Closed book with solid fill">
            <a:hlinkClick r:id="rId11" action="ppaction://hlinksldjump"/>
            <a:extLst>
              <a:ext uri="{FF2B5EF4-FFF2-40B4-BE49-F238E27FC236}">
                <a16:creationId xmlns:a16="http://schemas.microsoft.com/office/drawing/2014/main" id="{2E280005-BFD6-F3B2-9DB3-7306677B485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65173" y="6042991"/>
            <a:ext cx="695739" cy="695739"/>
          </a:xfrm>
          <a:prstGeom prst="rect">
            <a:avLst/>
          </a:prstGeom>
        </p:spPr>
      </p:pic>
      <p:sp>
        <p:nvSpPr>
          <p:cNvPr id="16" name="Rectangle: Rounded Corners 15">
            <a:hlinkClick r:id="rId14" action="ppaction://hlinksldjump"/>
            <a:extLst>
              <a:ext uri="{FF2B5EF4-FFF2-40B4-BE49-F238E27FC236}">
                <a16:creationId xmlns:a16="http://schemas.microsoft.com/office/drawing/2014/main" id="{8840F40C-46E5-9185-2F4F-72B542C5ECA0}"/>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7" name="Rectangle: Rounded Corners 16">
            <a:hlinkClick r:id="rId15" action="ppaction://hlinksldjump"/>
            <a:extLst>
              <a:ext uri="{FF2B5EF4-FFF2-40B4-BE49-F238E27FC236}">
                <a16:creationId xmlns:a16="http://schemas.microsoft.com/office/drawing/2014/main" id="{034AB70D-DE83-52E4-2082-45DA2005982C}"/>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19" name="Rectangle 18">
            <a:hlinkClick r:id="rId16" action="ppaction://hlinksldjump"/>
            <a:extLst>
              <a:ext uri="{FF2B5EF4-FFF2-40B4-BE49-F238E27FC236}">
                <a16:creationId xmlns:a16="http://schemas.microsoft.com/office/drawing/2014/main" id="{4A50B3C7-A43A-8991-E9C0-2BF04A35C197}"/>
              </a:ext>
            </a:extLst>
          </p:cNvPr>
          <p:cNvSpPr/>
          <p:nvPr/>
        </p:nvSpPr>
        <p:spPr>
          <a:xfrm>
            <a:off x="860537" y="2058826"/>
            <a:ext cx="3750651"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SUMMARYS</a:t>
            </a:r>
          </a:p>
        </p:txBody>
      </p:sp>
      <p:sp>
        <p:nvSpPr>
          <p:cNvPr id="20" name="Rectangle 19">
            <a:hlinkClick r:id="rId17" action="ppaction://hlinksldjump"/>
            <a:extLst>
              <a:ext uri="{FF2B5EF4-FFF2-40B4-BE49-F238E27FC236}">
                <a16:creationId xmlns:a16="http://schemas.microsoft.com/office/drawing/2014/main" id="{F3F4BC14-8D3E-C57F-E009-B8C287620AF3}"/>
              </a:ext>
            </a:extLst>
          </p:cNvPr>
          <p:cNvSpPr/>
          <p:nvPr/>
        </p:nvSpPr>
        <p:spPr>
          <a:xfrm>
            <a:off x="860536" y="3326299"/>
            <a:ext cx="3750652"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REFERNCES</a:t>
            </a:r>
          </a:p>
        </p:txBody>
      </p:sp>
      <p:sp>
        <p:nvSpPr>
          <p:cNvPr id="5" name="TextBox 4">
            <a:extLst>
              <a:ext uri="{FF2B5EF4-FFF2-40B4-BE49-F238E27FC236}">
                <a16:creationId xmlns:a16="http://schemas.microsoft.com/office/drawing/2014/main" id="{81F7D827-ABB2-87CF-4CA5-C0C754635D01}"/>
              </a:ext>
            </a:extLst>
          </p:cNvPr>
          <p:cNvSpPr txBox="1"/>
          <p:nvPr/>
        </p:nvSpPr>
        <p:spPr>
          <a:xfrm>
            <a:off x="5327780" y="1334278"/>
            <a:ext cx="6281125" cy="3139321"/>
          </a:xfrm>
          <a:prstGeom prst="rect">
            <a:avLst/>
          </a:prstGeom>
          <a:noFill/>
        </p:spPr>
        <p:txBody>
          <a:bodyPr wrap="square" rtlCol="0">
            <a:spAutoFit/>
          </a:bodyPr>
          <a:lstStyle/>
          <a:p>
            <a:r>
              <a:rPr lang="en-US" dirty="0"/>
              <a:t>The Code Reviewer &amp; Auto-Fixer – Agent System successfully demonstrates how AI can enhance the software development process by automating code review and bug fixing. It provides fast, accurate, and consistent feedback, reduces dependency on human reviewers, and helps improve code quality while supporting learning for beginners. The modular agent-based design ensures scalability and maintainability, and cloud deployment allows accessibility from anywhere. Overall, the project showcases the practical application of AI in real-world coding environments, making software development more efficient, reliable, and developer-friendly.</a:t>
            </a:r>
            <a:endParaRPr lang="en-IN" dirty="0"/>
          </a:p>
        </p:txBody>
      </p:sp>
    </p:spTree>
    <p:extLst>
      <p:ext uri="{BB962C8B-B14F-4D97-AF65-F5344CB8AC3E}">
        <p14:creationId xmlns:p14="http://schemas.microsoft.com/office/powerpoint/2010/main" val="874379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3CEE0-A5E6-B418-71B1-4D72FCA005E7}"/>
              </a:ext>
            </a:extLst>
          </p:cNvPr>
          <p:cNvSpPr/>
          <p:nvPr/>
        </p:nvSpPr>
        <p:spPr>
          <a:xfrm>
            <a:off x="0" y="5807765"/>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CCAFD95-C961-961A-B9A2-750F5BD8F321}"/>
              </a:ext>
            </a:extLst>
          </p:cNvPr>
          <p:cNvSpPr/>
          <p:nvPr/>
        </p:nvSpPr>
        <p:spPr>
          <a:xfrm>
            <a:off x="583095" y="1480798"/>
            <a:ext cx="4224036" cy="3057078"/>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322D033-E182-311F-0EC1-72B53FB9715E}"/>
              </a:ext>
            </a:extLst>
          </p:cNvPr>
          <p:cNvSpPr/>
          <p:nvPr/>
        </p:nvSpPr>
        <p:spPr>
          <a:xfrm>
            <a:off x="0" y="0"/>
            <a:ext cx="12192000" cy="755374"/>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Badge with solid fill">
            <a:extLst>
              <a:ext uri="{FF2B5EF4-FFF2-40B4-BE49-F238E27FC236}">
                <a16:creationId xmlns:a16="http://schemas.microsoft.com/office/drawing/2014/main" id="{37462F80-D2D2-3826-FDA9-28B482D851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84949" y="2625960"/>
            <a:ext cx="914400" cy="914400"/>
          </a:xfrm>
          <a:prstGeom prst="rect">
            <a:avLst/>
          </a:prstGeom>
        </p:spPr>
      </p:pic>
      <p:pic>
        <p:nvPicPr>
          <p:cNvPr id="12" name="Graphic 11" descr="Badge 3 with solid fill">
            <a:extLst>
              <a:ext uri="{FF2B5EF4-FFF2-40B4-BE49-F238E27FC236}">
                <a16:creationId xmlns:a16="http://schemas.microsoft.com/office/drawing/2014/main" id="{7758D007-9934-5AD1-1AE3-B123AD9F9DD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84949" y="3884348"/>
            <a:ext cx="914400" cy="914400"/>
          </a:xfrm>
          <a:prstGeom prst="rect">
            <a:avLst/>
          </a:prstGeom>
        </p:spPr>
      </p:pic>
      <p:pic>
        <p:nvPicPr>
          <p:cNvPr id="13" name="Graphic 12" descr="Badge 1 with solid fill">
            <a:extLst>
              <a:ext uri="{FF2B5EF4-FFF2-40B4-BE49-F238E27FC236}">
                <a16:creationId xmlns:a16="http://schemas.microsoft.com/office/drawing/2014/main" id="{C4479060-661F-013B-C8A0-29C18740CF9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84949" y="1369087"/>
            <a:ext cx="914400" cy="914400"/>
          </a:xfrm>
          <a:prstGeom prst="rect">
            <a:avLst/>
          </a:prstGeom>
        </p:spPr>
      </p:pic>
      <p:sp>
        <p:nvSpPr>
          <p:cNvPr id="14" name="TextBox 13">
            <a:extLst>
              <a:ext uri="{FF2B5EF4-FFF2-40B4-BE49-F238E27FC236}">
                <a16:creationId xmlns:a16="http://schemas.microsoft.com/office/drawing/2014/main" id="{308959B5-254A-3F14-41BF-CA46820F881A}"/>
              </a:ext>
            </a:extLst>
          </p:cNvPr>
          <p:cNvSpPr txBox="1"/>
          <p:nvPr/>
        </p:nvSpPr>
        <p:spPr>
          <a:xfrm>
            <a:off x="6458000" y="1441225"/>
            <a:ext cx="5044885" cy="646331"/>
          </a:xfrm>
          <a:prstGeom prst="rect">
            <a:avLst/>
          </a:prstGeom>
          <a:noFill/>
        </p:spPr>
        <p:txBody>
          <a:bodyPr wrap="square" rtlCol="0">
            <a:spAutoFit/>
          </a:bodyPr>
          <a:lstStyle/>
          <a:p>
            <a:pPr algn="just"/>
            <a:r>
              <a:rPr lang="it-IT" dirty="0">
                <a:latin typeface="Poppins" panose="00000500000000000000" pitchFamily="2" charset="0"/>
                <a:cs typeface="Poppins" panose="00000500000000000000" pitchFamily="2" charset="0"/>
              </a:rPr>
              <a:t>Meta AI – Llama Model</a:t>
            </a:r>
          </a:p>
          <a:p>
            <a:pPr algn="just"/>
            <a:r>
              <a:rPr lang="en-IN" u="sng" dirty="0">
                <a:hlinkClick r:id="rId8"/>
              </a:rPr>
              <a:t>https://ai.meta.com/llama/</a:t>
            </a:r>
            <a:endParaRPr lang="en-US" dirty="0">
              <a:latin typeface="Poppins" panose="00000500000000000000" pitchFamily="2" charset="0"/>
              <a:cs typeface="Poppins" panose="00000500000000000000" pitchFamily="2" charset="0"/>
            </a:endParaRPr>
          </a:p>
        </p:txBody>
      </p:sp>
      <p:sp>
        <p:nvSpPr>
          <p:cNvPr id="15" name="TextBox 14">
            <a:extLst>
              <a:ext uri="{FF2B5EF4-FFF2-40B4-BE49-F238E27FC236}">
                <a16:creationId xmlns:a16="http://schemas.microsoft.com/office/drawing/2014/main" id="{18FB01FF-F0C9-E9E3-ACA4-E9B6D9CF8D5D}"/>
              </a:ext>
            </a:extLst>
          </p:cNvPr>
          <p:cNvSpPr txBox="1"/>
          <p:nvPr/>
        </p:nvSpPr>
        <p:spPr>
          <a:xfrm>
            <a:off x="6458000" y="2635728"/>
            <a:ext cx="5044885" cy="646331"/>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Ollama Documentation</a:t>
            </a:r>
          </a:p>
          <a:p>
            <a:pPr algn="just"/>
            <a:r>
              <a:rPr lang="en-IN" u="sng" dirty="0">
                <a:hlinkClick r:id="rId9"/>
              </a:rPr>
              <a:t>https://ollama.com/</a:t>
            </a:r>
            <a:endParaRPr lang="en-US" dirty="0">
              <a:latin typeface="Poppins" panose="00000500000000000000" pitchFamily="2" charset="0"/>
              <a:cs typeface="Poppins" panose="00000500000000000000" pitchFamily="2" charset="0"/>
            </a:endParaRPr>
          </a:p>
        </p:txBody>
      </p:sp>
      <p:sp>
        <p:nvSpPr>
          <p:cNvPr id="16" name="TextBox 15">
            <a:extLst>
              <a:ext uri="{FF2B5EF4-FFF2-40B4-BE49-F238E27FC236}">
                <a16:creationId xmlns:a16="http://schemas.microsoft.com/office/drawing/2014/main" id="{D81CEC9C-B89C-AD20-5927-3CD9B1F67AA4}"/>
              </a:ext>
            </a:extLst>
          </p:cNvPr>
          <p:cNvSpPr txBox="1"/>
          <p:nvPr/>
        </p:nvSpPr>
        <p:spPr>
          <a:xfrm>
            <a:off x="6458001" y="3894793"/>
            <a:ext cx="5044885" cy="646331"/>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Django Documentation</a:t>
            </a:r>
          </a:p>
          <a:p>
            <a:pPr algn="just"/>
            <a:r>
              <a:rPr lang="en-IN" u="sng" dirty="0">
                <a:hlinkClick r:id="rId10"/>
              </a:rPr>
              <a:t>https://docs.djangoproject.com/</a:t>
            </a:r>
            <a:endParaRPr lang="en-US" dirty="0">
              <a:latin typeface="Poppins" panose="00000500000000000000" pitchFamily="2" charset="0"/>
              <a:cs typeface="Poppins" panose="00000500000000000000" pitchFamily="2" charset="0"/>
            </a:endParaRPr>
          </a:p>
        </p:txBody>
      </p:sp>
      <p:pic>
        <p:nvPicPr>
          <p:cNvPr id="17" name="Graphic 16" descr="Presentation with org chart with solid fill">
            <a:hlinkClick r:id="rId11" action="ppaction://hlinksldjump"/>
            <a:extLst>
              <a:ext uri="{FF2B5EF4-FFF2-40B4-BE49-F238E27FC236}">
                <a16:creationId xmlns:a16="http://schemas.microsoft.com/office/drawing/2014/main" id="{74F17438-DC92-1EC5-1B40-A6FADBBE87D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723491" y="6067332"/>
            <a:ext cx="695739" cy="695739"/>
          </a:xfrm>
          <a:prstGeom prst="rect">
            <a:avLst/>
          </a:prstGeom>
        </p:spPr>
      </p:pic>
      <p:pic>
        <p:nvPicPr>
          <p:cNvPr id="18" name="Graphic 17" descr="Statistics with solid fill">
            <a:hlinkClick r:id="rId14" action="ppaction://hlinksldjump"/>
            <a:extLst>
              <a:ext uri="{FF2B5EF4-FFF2-40B4-BE49-F238E27FC236}">
                <a16:creationId xmlns:a16="http://schemas.microsoft.com/office/drawing/2014/main" id="{C1903BB6-DD66-F680-7427-AFF3CD3169C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511219" y="6042991"/>
            <a:ext cx="695739" cy="695739"/>
          </a:xfrm>
          <a:prstGeom prst="rect">
            <a:avLst/>
          </a:prstGeom>
        </p:spPr>
      </p:pic>
      <p:pic>
        <p:nvPicPr>
          <p:cNvPr id="19" name="Graphic 18" descr="Lightbulb and pencil with solid fill">
            <a:hlinkClick r:id="rId17" action="ppaction://hlinksldjump"/>
            <a:extLst>
              <a:ext uri="{FF2B5EF4-FFF2-40B4-BE49-F238E27FC236}">
                <a16:creationId xmlns:a16="http://schemas.microsoft.com/office/drawing/2014/main" id="{C95AD2C3-1D45-E276-DFFF-687361BDA34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747591" y="6042990"/>
            <a:ext cx="695739" cy="695739"/>
          </a:xfrm>
          <a:prstGeom prst="rect">
            <a:avLst/>
          </a:prstGeom>
        </p:spPr>
      </p:pic>
      <p:pic>
        <p:nvPicPr>
          <p:cNvPr id="20" name="Graphic 19" descr="Closed book with solid fill">
            <a:hlinkClick r:id="rId20" action="ppaction://hlinksldjump"/>
            <a:extLst>
              <a:ext uri="{FF2B5EF4-FFF2-40B4-BE49-F238E27FC236}">
                <a16:creationId xmlns:a16="http://schemas.microsoft.com/office/drawing/2014/main" id="{C79FA5A0-2AF8-AB27-C81C-C84BAB33FCC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65173" y="6042991"/>
            <a:ext cx="695739" cy="695739"/>
          </a:xfrm>
          <a:prstGeom prst="rect">
            <a:avLst/>
          </a:prstGeom>
        </p:spPr>
      </p:pic>
      <p:sp>
        <p:nvSpPr>
          <p:cNvPr id="22" name="Rectangle: Rounded Corners 21">
            <a:hlinkClick r:id="rId23" action="ppaction://hlinksldjump"/>
            <a:extLst>
              <a:ext uri="{FF2B5EF4-FFF2-40B4-BE49-F238E27FC236}">
                <a16:creationId xmlns:a16="http://schemas.microsoft.com/office/drawing/2014/main" id="{9F4043E7-8EAF-A62C-8F20-47639A03F3C9}"/>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3" name="Rectangle: Rounded Corners 22">
            <a:hlinkClick r:id="rId24" action="ppaction://hlinksldjump"/>
            <a:extLst>
              <a:ext uri="{FF2B5EF4-FFF2-40B4-BE49-F238E27FC236}">
                <a16:creationId xmlns:a16="http://schemas.microsoft.com/office/drawing/2014/main" id="{69078679-6F73-E208-5794-9D47C886D5BC}"/>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5" name="Rectangle 24">
            <a:hlinkClick r:id="rId25" action="ppaction://hlinksldjump"/>
            <a:extLst>
              <a:ext uri="{FF2B5EF4-FFF2-40B4-BE49-F238E27FC236}">
                <a16:creationId xmlns:a16="http://schemas.microsoft.com/office/drawing/2014/main" id="{CD760A4F-E09D-F15B-D173-9879F6CEEEA2}"/>
              </a:ext>
            </a:extLst>
          </p:cNvPr>
          <p:cNvSpPr/>
          <p:nvPr/>
        </p:nvSpPr>
        <p:spPr>
          <a:xfrm>
            <a:off x="819788" y="2004211"/>
            <a:ext cx="3750651"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SUMMARYS</a:t>
            </a:r>
          </a:p>
        </p:txBody>
      </p:sp>
      <p:sp>
        <p:nvSpPr>
          <p:cNvPr id="26" name="Rectangle 25">
            <a:hlinkClick r:id="rId26" action="ppaction://hlinksldjump"/>
            <a:extLst>
              <a:ext uri="{FF2B5EF4-FFF2-40B4-BE49-F238E27FC236}">
                <a16:creationId xmlns:a16="http://schemas.microsoft.com/office/drawing/2014/main" id="{62EEFDDD-077E-1A19-1722-A0F3CC06ABE5}"/>
              </a:ext>
            </a:extLst>
          </p:cNvPr>
          <p:cNvSpPr/>
          <p:nvPr/>
        </p:nvSpPr>
        <p:spPr>
          <a:xfrm>
            <a:off x="819787" y="3253639"/>
            <a:ext cx="3750652"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REFERNCES</a:t>
            </a:r>
          </a:p>
        </p:txBody>
      </p:sp>
    </p:spTree>
    <p:extLst>
      <p:ext uri="{BB962C8B-B14F-4D97-AF65-F5344CB8AC3E}">
        <p14:creationId xmlns:p14="http://schemas.microsoft.com/office/powerpoint/2010/main" val="1582856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5B0457-FCA1-32B7-5221-7124F2D8B196}"/>
              </a:ext>
            </a:extLst>
          </p:cNvPr>
          <p:cNvSpPr/>
          <p:nvPr/>
        </p:nvSpPr>
        <p:spPr>
          <a:xfrm>
            <a:off x="0" y="0"/>
            <a:ext cx="12192000" cy="68580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BF3CD44-F337-5509-D75D-E54C93A093E5}"/>
              </a:ext>
            </a:extLst>
          </p:cNvPr>
          <p:cNvSpPr txBox="1"/>
          <p:nvPr/>
        </p:nvSpPr>
        <p:spPr>
          <a:xfrm>
            <a:off x="3558286" y="2921168"/>
            <a:ext cx="5564344" cy="1015663"/>
          </a:xfrm>
          <a:prstGeom prst="rect">
            <a:avLst/>
          </a:prstGeom>
          <a:noFill/>
        </p:spPr>
        <p:txBody>
          <a:bodyPr wrap="none" rtlCol="0">
            <a:spAutoFit/>
          </a:bodyPr>
          <a:lstStyle/>
          <a:p>
            <a:r>
              <a:rPr lang="en-US" sz="6000" dirty="0">
                <a:solidFill>
                  <a:srgbClr val="FFB902"/>
                </a:solidFill>
                <a:latin typeface="Poppins Black" panose="00000A00000000000000" pitchFamily="2" charset="0"/>
                <a:cs typeface="Poppins Black" panose="00000A00000000000000" pitchFamily="2" charset="0"/>
              </a:rPr>
              <a:t>THANK YOU!!</a:t>
            </a:r>
          </a:p>
        </p:txBody>
      </p:sp>
    </p:spTree>
    <p:extLst>
      <p:ext uri="{BB962C8B-B14F-4D97-AF65-F5344CB8AC3E}">
        <p14:creationId xmlns:p14="http://schemas.microsoft.com/office/powerpoint/2010/main" val="3889365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737</Words>
  <Application>Microsoft Office PowerPoint</Application>
  <PresentationFormat>Widescreen</PresentationFormat>
  <Paragraphs>144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Poppins</vt:lpstr>
      <vt:lpstr>Poppins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Ismael Uy</dc:creator>
  <cp:lastModifiedBy>Biswaranjan Nayak</cp:lastModifiedBy>
  <cp:revision>42</cp:revision>
  <dcterms:created xsi:type="dcterms:W3CDTF">2022-07-24T08:24:05Z</dcterms:created>
  <dcterms:modified xsi:type="dcterms:W3CDTF">2026-03-15T18:18:36Z</dcterms:modified>
</cp:coreProperties>
</file>