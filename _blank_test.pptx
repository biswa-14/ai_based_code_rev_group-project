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87F21-0913-EEC1-B6A1-37551A126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0E8F3-8B0F-8D46-D4BE-9C93B7532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1202B-F1FA-5082-0E7D-B3C9547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073A0-C572-4C49-B2B9-A3F9F24E05CC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DAE7D-99A9-97DB-07CD-712D85528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A274E-7B9F-CEBE-7B97-5B5FF1AC8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233B-3514-4EE3-82B0-B3EABBCE1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433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042BB-446C-CE00-EC91-5187B93A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604EF-9B90-4E4A-EDC1-D36615B2C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36DD3-20F0-67D1-DC04-3A9CD5ADF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073A0-C572-4C49-B2B9-A3F9F24E05CC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3F29D-9B2F-41BE-F7A7-06006CA5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ACA61-BB1D-28E2-000C-15DC7DA8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233B-3514-4EE3-82B0-B3EABBCE1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671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D57EC-A47E-C7AF-BF04-FAFBF54D0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E19E7-6B9D-B9F2-6C64-9D2D7F759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7C36A-BD6B-D9A6-9662-6542EF83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073A0-C572-4C49-B2B9-A3F9F24E05CC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371BC-5073-AD81-CAE2-1CF476B35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958F4-ECCB-39C1-AF0D-AC08C74D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233B-3514-4EE3-82B0-B3EABBCE1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854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DE8C-D3E1-A62C-4E41-46564CB0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D2490-0415-19A6-7676-678435C050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2D633-805A-25F1-3F17-65F2B83AA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C2F66-3920-04B6-5750-F3D6CB1EC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073A0-C572-4C49-B2B9-A3F9F24E05CC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078C6-A48F-0807-DF1C-2D1420B37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F85D4-EC25-E8A1-5780-F64C53B5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233B-3514-4EE3-82B0-B3EABBCE1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182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EE313-AC7E-EED1-D88F-D9407B425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3FF1E-CE0A-4AE7-4D2A-C5B14763F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942ABD-70F6-57AF-C90A-C90B19EFF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7A241-ED5D-5322-367D-6712F85AEF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BB00D6-A6FA-A9A7-52D5-8CF3DED002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F4FEBF-3FB3-DB1F-B01F-20A36DAC9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073A0-C572-4C49-B2B9-A3F9F24E05CC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220D29-4C54-53D0-FD1E-2CF01E27B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2BFD9F-742B-3D2C-A8CB-59BA7E9A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233B-3514-4EE3-82B0-B3EABBCE1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974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B2B6-06C9-32FB-562C-935F6D11C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26399-23B4-3817-E656-2D99E77E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073A0-C572-4C49-B2B9-A3F9F24E05CC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57F554-D485-373A-9AA6-8EF07C7B9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86166-3184-D502-5120-3B9B7420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233B-3514-4EE3-82B0-B3EABBCE1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042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310956-154C-410A-3266-0ADC0624E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073A0-C572-4C49-B2B9-A3F9F24E05CC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656C26-B83A-C5F9-21DF-F9653ECEA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15AE8-DE51-DC47-8B0E-18F6C1D26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233B-3514-4EE3-82B0-B3EABBCE1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768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69E4-821C-616F-44D1-C191C10D9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7EF14-1967-18DB-2D37-E1C140BDF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FD95C-EE46-C4EE-8B5A-511A5BA88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60AA9-6246-CCFD-B208-75DE77FC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073A0-C572-4C49-B2B9-A3F9F24E05CC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2CB9C-3E37-3CE1-0370-C4EBAA671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745C7-5C67-D0B4-A5BD-B6D429535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233B-3514-4EE3-82B0-B3EABBCE1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381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42424-9EB8-5500-6AAD-290E05809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FB7F4-A31A-2B7A-961E-E3EEBA711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740B7-CC14-8F8A-1BF1-CEC00D96B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D8287-CC59-BCFB-7D3F-0DEFF031A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073A0-C572-4C49-B2B9-A3F9F24E05CC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571FE-5FC4-7E5D-6FCB-E454FC58E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E8ACE-DA13-1B71-69AC-2FC8C7DB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233B-3514-4EE3-82B0-B3EABBCE1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275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70BFE-1D74-D7E8-EF6F-BD32D2D3A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7787E-5865-D084-D460-47F23363A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9095C-F6EE-0643-79AE-931F43A90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073A0-C572-4C49-B2B9-A3F9F24E05CC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E99E5-7438-E88E-B4C3-377E1449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7CC3C-FAAD-E41D-4575-D21DF00E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233B-3514-4EE3-82B0-B3EABBCE1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966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53C734-93A5-2E52-8101-D6ABB45DD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76604-C9DA-28F7-C4D5-68FEE1FDE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F9177-7905-59E8-2DBF-5E509E79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073A0-C572-4C49-B2B9-A3F9F24E05CC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9E9F8-D52D-162B-6F13-ECF5274C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DB344-82B9-019A-556F-F16A74F8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233B-3514-4EE3-82B0-B3EABBCE1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483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BA191B-C0CD-384C-7753-D8A514E2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C26B8-ABEC-30FD-8FA3-E55A3997C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85C4A-F51F-7044-872B-F8986CC59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073A0-C572-4C49-B2B9-A3F9F24E05CC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78FA9-535B-A61A-AAAF-335C5B1000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9546C-47F3-3DCE-F632-DA41F1D10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E233B-3514-4EE3-82B0-B3EABBCE1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85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Biswaranjan Nayak</dc:creator>
  <cp:lastModifiedBy>Biswaranjan Nayak</cp:lastModifiedBy>
  <cp:revision>1</cp:revision>
  <dcterms:created xsi:type="dcterms:W3CDTF">2026-04-05T18:03:05Z</dcterms:created>
  <dcterms:modified xsi:type="dcterms:W3CDTF">2026-04-05T18:03:05Z</dcterms:modified>
</cp:coreProperties>
</file>